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D:\Code\ussp\clients\dcfs-ilc\assets\krasa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21945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AI-Augmented Agile Delivery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for DCFS Illinois Connect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840480"/>
            <a:ext cx="6702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Jim Daugherty, CIO — DCFS / DeWitt
</a:t>
            </a:r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Vinay Lagisetty &amp; Emil "Romi" Kovacs
</a:t>
            </a:r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Krasan Consulting Services
</a:t>
            </a:r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13,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KRASAN INTERNAL + DCFS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7259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Illinois Connect — The Opportunity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Framework — Krasan's Approach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We Are — Govern, Baseline &amp;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Train, Pilot &amp; Measure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 &amp; Scale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Discussion &amp; Next Steps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 — Capability map, measurement, timeline, and asks are in the appendix for reference.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Connect — 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Connect is migrating three legacy systems — SACWIS, CYCIS, and MARS — to a unified CCWIS platform on Microsoft Dynamics 365. Across 12 SAFe product teams and 160+ Krasan consultants, this ART is delivering critical capabilities for DCFS.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AI, Why Now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is becoming standard for high-performing delivery teams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State has already invested in GitHub Copilot and Atlassian Rovo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Teams are delivering well — AI builds on a strong foundation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Krasan is developing a structured AI transformation framework — designed for engagements like ILC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1274552" cy="548640"/>
          </a:xfrm>
          <a:prstGeom prst="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Apply AI to SAFe delivery processes — pilot with select teams, measure the impact, scale what works.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3566160" cy="18288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Amplify, Don't Replace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people, better tools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workforce reduction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assists, human decides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4754880"/>
            <a:ext cx="3566160" cy="18288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Measure, Don't Guess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Baseline first, then compare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Select up to 8 KPIs that matter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5760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Before/after with control group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4754880"/>
            <a:ext cx="3566160" cy="1828800"/>
          </a:xfrm>
          <a:prstGeom prst="rect">
            <a:avLst>
              <a:gd name="adj" fmla="val 2500"/>
            </a:avLst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Pilot, Then Scale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5212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Start with 2 teams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5486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Select targeted SDLC processes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5760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Scale what works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— Krasan's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framework Krasan is building for ILC — structured to work within government guardrails while delivering measurable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7452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6324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9788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3252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49840" y="14630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78440" y="14630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1037844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455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858000"/>
                <a:gridCol w="331927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 (illustrative)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Align with DoIT AI Policy, define guardrails, confirm tool access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Usage Playbook, Compliance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 current velocity, quality, and cycle time from JIRA (last 3 sprints)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Metrics Report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current → AI-augmented state for SDLC processes; define tools and methods per role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Design Docs, Role-Based Playbooks, Training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Role-specific training: responsible AI use, prompt engineering, approved SDLC processes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Materials (per role)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teams use AI tools for 1 full PI; remaining teams are control group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 Check-in Reports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 metrics collection; compare pilot vs baseline vs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Results Report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Playbook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Codify what worked into role-based playbooks (BA, Tester, Dev, Scrum Master) — living documents, updated continuously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Ongoing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out to all 12 teams based on proven results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ART-Wide Rollout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— Govern, Baseline &amp;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Review DoIT AI Policy — all 12 sections mapped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Define data guardrails (no case data, no PII in any AI tool)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 approved tools &amp; licensing status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Align on constraints: no autonomous code, SDLC only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65760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AI Usage Playbook &amp; Compliance Map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8912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Capture current metrics from JIRA (last 3 sprints)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Establish baseline per team — before AI is introduced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Identify 2 pilot teams and control group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Distribute team health survey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365760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Baseline Metrics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381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/ Develop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Map current state → AI-augmented state for each SDLC process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Define AI-augmented SDLC processes per role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2296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Select tools &amp; methods for each process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Build training materials from process designs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365760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Process Design Docs, Role-Based Playbooks &amp; Training Plan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389120"/>
            <a:ext cx="11274552" cy="457200"/>
          </a:xfrm>
          <a:prstGeom prst="rect">
            <a:avLst>
              <a:gd name="adj" fmla="val 6000"/>
            </a:avLst>
          </a:prstGeom>
          <a:solidFill>
            <a:srgbClr val="E3F2FD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your input is critical — which processes matter most, what data is available, and which teams are right for the pilot.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Train, Pilot &amp; Measure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Everyone gets: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DoIT AI Policy compliance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Data guardrails &amp; boundaries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What success looks like &amp; how we measure it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Role-specific: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BAs — story quality, AC generation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Testers — test script generation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Devs — code review, documentation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Scrum Masters — sprint insights, metrics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754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Training Completion Report (per role)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3891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 teams with AI tools &amp; training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8912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Remaining teams as control group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891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Learn and iterate — weekly check-ins to adjust what's working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 a "set and forget" — continuous learning cycle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97680" y="475488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45" name="Text 43"/>
          <p:cNvSpPr/>
          <p:nvPr/>
        </p:nvSpPr>
        <p:spPr>
          <a:xfrm>
            <a:off x="4389120" y="4754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Weekly Check-in Reports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381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 &amp; post comparison against baseline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Pilot teams vs control teams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2960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 to 8 KPIs tied to specific SDLC processes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Team health survey (before &amp; after)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2296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Lessons learned &amp; improvements for next phase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38160" y="4754880"/>
            <a:ext cx="3566160" cy="457200"/>
          </a:xfrm>
          <a:prstGeom prst="rect">
            <a:avLst>
              <a:gd name="adj" fmla="val 6000"/>
            </a:avLst>
          </a:prstGeom>
          <a:solidFill>
            <a:srgbClr val="E8F5E9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0" y="4754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Pilot Results Report, Lessons Learned &amp; Scale Recommendation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&amp;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9788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3252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0" y="100584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378440" y="10058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10378440" y="10058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documents — started during Design, refined through Pilot, finalized at Scale: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2377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 Playbook — story writing, AC generation, refinement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26517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Tester Playbook — test script generation, edge cases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29260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Developer Playbook — code review, documentation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Scrum Master Playbook — sprint insights, metrics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playbook includes: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3840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 works, what doesn't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" y="4114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Prompts &amp; processes that proved effective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389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Guardrails &amp; compliance reminders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Lessons learned from pilot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548640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Finalized Playbooks (updated with pilot lessons learned)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008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from pilot to all 12 teams — based on proven results, not assumptions.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Go/no-go decision based on pilot data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83680" y="2697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Pilot team members become AI champions for their ART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Phased rollout — not all 12 at once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3337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Continuous measurement continues at ART level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Playbooks updated as more teams adopt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5029200"/>
            <a:ext cx="5486400" cy="365760"/>
          </a:xfrm>
          <a:prstGeom prst="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48" name="Text 46"/>
          <p:cNvSpPr/>
          <p:nvPr/>
        </p:nvSpPr>
        <p:spPr>
          <a:xfrm>
            <a:off x="649224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ART-Wide Rollout Plan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D:\Code\ussp\clients\dcfs-ilc\assets\krasa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8288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Next Steps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showed: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0" y="2194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intent — a framework we're building for ILC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0" y="2743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expectations, priorities, and feedback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36576" cy="20116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749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success look like to you?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tools do we have access to right now?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focus on first?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5120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concerns do you have?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KRASAN CONSULTING SERVICES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Krasan Consulting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AI-Augmented Agile Delivery — Framework for DCFS Illinois Connect</dc:title>
  <dc:subject>PptxGenJS Presentation</dc:subject>
  <dc:creator>Krasan Consulting Services</dc:creator>
  <cp:lastModifiedBy>Krasan Consulting Services</cp:lastModifiedBy>
  <cp:revision>1</cp:revision>
  <dcterms:created xsi:type="dcterms:W3CDTF">2026-04-10T21:37:21Z</dcterms:created>
  <dcterms:modified xsi:type="dcterms:W3CDTF">2026-04-10T21:37:21Z</dcterms:modified>
</cp:coreProperties>
</file>