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261" r:id="rId6"/>
    <p:sldId id="278" r:id="rId7"/>
    <p:sldId id="284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ian Fitzgerald" initials="BF" lastIdx="4" clrIdx="0">
    <p:extLst>
      <p:ext uri="{19B8F6BF-5375-455C-9EA6-DF929625EA0E}">
        <p15:presenceInfo xmlns:p15="http://schemas.microsoft.com/office/powerpoint/2012/main" userId="S::Brian.Fitzgerald@krasanconsulting.com::4aae90f9-6e43-4b6b-828e-eaa039271303" providerId="AD"/>
      </p:ext>
    </p:extLst>
  </p:cmAuthor>
  <p:cmAuthor id="2" name="Malinda Lloyd" initials="ML" lastIdx="1" clrIdx="1">
    <p:extLst>
      <p:ext uri="{19B8F6BF-5375-455C-9EA6-DF929625EA0E}">
        <p15:presenceInfo xmlns:p15="http://schemas.microsoft.com/office/powerpoint/2012/main" userId="S::malinda.lloyd@krasanconsulting.com::d2bb2728-c8fb-4864-879c-7e974d8450f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9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14" autoAdjust="0"/>
    <p:restoredTop sz="96247" autoAdjust="0"/>
  </p:normalViewPr>
  <p:slideViewPr>
    <p:cSldViewPr snapToGrid="0">
      <p:cViewPr varScale="1">
        <p:scale>
          <a:sx n="100" d="100"/>
          <a:sy n="100" d="100"/>
        </p:scale>
        <p:origin x="1500" y="-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1B3C38-44A2-6049-B2E6-1885A100144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CED120-C978-5248-ACDD-D4166C0E1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60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Edits to be made thru 1/16 on this copy only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ED120-C978-5248-ACDD-D4166C0E15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3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executing Phase 2 of our engagement with the Board of Elections team. </a:t>
            </a:r>
          </a:p>
          <a:p>
            <a:endParaRPr lang="en-US" dirty="0"/>
          </a:p>
          <a:p>
            <a:r>
              <a:rPr lang="en-US" dirty="0"/>
              <a:t>Our primary goals for project success are:</a:t>
            </a:r>
          </a:p>
          <a:p>
            <a:r>
              <a:rPr lang="en-US" dirty="0"/>
              <a:t>• A website and content that is ADA compliant</a:t>
            </a:r>
          </a:p>
          <a:p>
            <a:r>
              <a:rPr lang="en-US" dirty="0"/>
              <a:t>• A website and content will be easy to use and delightful for constituents.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Agile focuses on small, self-organizing teams, emphasizes flexibility and frequent releases</a:t>
            </a:r>
          </a:p>
          <a:p>
            <a:endParaRPr lang="en-US" dirty="0"/>
          </a:p>
          <a:p>
            <a:r>
              <a:rPr lang="en-US" dirty="0" err="1"/>
              <a:t>SAFe</a:t>
            </a:r>
            <a:r>
              <a:rPr lang="en-US" dirty="0"/>
              <a:t> extends agile principles to large-scale enterprises supporting PI planning and ART delivery. , whereas </a:t>
            </a:r>
            <a:r>
              <a:rPr lang="en-US" dirty="0" err="1"/>
              <a:t>SAFe</a:t>
            </a:r>
            <a:r>
              <a:rPr lang="en-US" dirty="0"/>
              <a:t> incorporates long-term planning and synchronized iterations.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ED120-C978-5248-ACDD-D4166C0E15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38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BA4C5-EF00-B5CB-EF81-D44106351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966E44-B5E0-46B1-3663-2746E7218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34C6C-E254-C5BE-6A03-AA19BCBE1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executing Phase 2 of our engagement with the Board of Elections team. </a:t>
            </a:r>
          </a:p>
          <a:p>
            <a:endParaRPr lang="en-US" dirty="0"/>
          </a:p>
          <a:p>
            <a:r>
              <a:rPr lang="en-US" dirty="0"/>
              <a:t>Our primary goals for project success are:</a:t>
            </a:r>
          </a:p>
          <a:p>
            <a:r>
              <a:rPr lang="en-US" dirty="0"/>
              <a:t>• A website and content that is ADA compliant</a:t>
            </a:r>
          </a:p>
          <a:p>
            <a:r>
              <a:rPr lang="en-US" dirty="0"/>
              <a:t>• A website and content will be easy to use and delightful for constituents.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Agile focuses on small, self-organizing teams, emphasizes flexibility and frequent releases</a:t>
            </a:r>
          </a:p>
          <a:p>
            <a:endParaRPr lang="en-US" dirty="0"/>
          </a:p>
          <a:p>
            <a:r>
              <a:rPr lang="en-US" dirty="0" err="1"/>
              <a:t>SAFe</a:t>
            </a:r>
            <a:r>
              <a:rPr lang="en-US" dirty="0"/>
              <a:t> extends agile principles to large-scale enterprises supporting PI planning and ART delivery. , whereas </a:t>
            </a:r>
            <a:r>
              <a:rPr lang="en-US" dirty="0" err="1"/>
              <a:t>SAFe</a:t>
            </a:r>
            <a:r>
              <a:rPr lang="en-US" dirty="0"/>
              <a:t> incorporates long-term planning and synchronized iterations.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8D4E5-ED9B-A04F-2D16-EC9424C5E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ED120-C978-5248-ACDD-D4166C0E152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97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CE75FE2-156F-E54A-7F88-05434C1C496C}"/>
              </a:ext>
            </a:extLst>
          </p:cNvPr>
          <p:cNvGrpSpPr/>
          <p:nvPr userDrawn="1"/>
        </p:nvGrpSpPr>
        <p:grpSpPr>
          <a:xfrm>
            <a:off x="5942496" y="0"/>
            <a:ext cx="7921791" cy="6877778"/>
            <a:chOff x="4284557" y="-7321"/>
            <a:chExt cx="7907443" cy="6865321"/>
          </a:xfrm>
        </p:grpSpPr>
        <p:sp>
          <p:nvSpPr>
            <p:cNvPr id="8" name="Freeform 27">
              <a:extLst>
                <a:ext uri="{FF2B5EF4-FFF2-40B4-BE49-F238E27FC236}">
                  <a16:creationId xmlns:a16="http://schemas.microsoft.com/office/drawing/2014/main" id="{1A7BD568-96BB-45E7-28A0-68F202F5A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721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" name="Freeform 28">
              <a:extLst>
                <a:ext uri="{FF2B5EF4-FFF2-40B4-BE49-F238E27FC236}">
                  <a16:creationId xmlns:a16="http://schemas.microsoft.com/office/drawing/2014/main" id="{F90EF931-595D-C0B4-0D57-22586930C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343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0" name="Freeform 29">
              <a:extLst>
                <a:ext uri="{FF2B5EF4-FFF2-40B4-BE49-F238E27FC236}">
                  <a16:creationId xmlns:a16="http://schemas.microsoft.com/office/drawing/2014/main" id="{BB907A99-BAD8-5C2F-E05A-E55B07B11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2872A1"/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1" name="Freeform 30">
              <a:extLst>
                <a:ext uri="{FF2B5EF4-FFF2-40B4-BE49-F238E27FC236}">
                  <a16:creationId xmlns:a16="http://schemas.microsoft.com/office/drawing/2014/main" id="{6112C823-8B89-16DB-BD87-62E5F37E8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0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2" name="Freeform 31">
              <a:extLst>
                <a:ext uri="{FF2B5EF4-FFF2-40B4-BE49-F238E27FC236}">
                  <a16:creationId xmlns:a16="http://schemas.microsoft.com/office/drawing/2014/main" id="{FA6F3470-6FCA-C185-56D5-5E4BA1BE6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3" name="Freeform 32">
              <a:extLst>
                <a:ext uri="{FF2B5EF4-FFF2-40B4-BE49-F238E27FC236}">
                  <a16:creationId xmlns:a16="http://schemas.microsoft.com/office/drawing/2014/main" id="{CB40B289-CEA3-91AE-4409-7CDF0BBF2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1">
                <a:lumMod val="65000"/>
                <a:alpha val="38000"/>
              </a:scheme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4" name="Freeform 33">
              <a:extLst>
                <a:ext uri="{FF2B5EF4-FFF2-40B4-BE49-F238E27FC236}">
                  <a16:creationId xmlns:a16="http://schemas.microsoft.com/office/drawing/2014/main" id="{6C88A732-0726-48F6-05BD-D117282D3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5" name="Freeform 34">
              <a:extLst>
                <a:ext uri="{FF2B5EF4-FFF2-40B4-BE49-F238E27FC236}">
                  <a16:creationId xmlns:a16="http://schemas.microsoft.com/office/drawing/2014/main" id="{2AD212E3-DFBA-334C-B5D9-D01334DFB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5805" y="0"/>
              <a:ext cx="1127543" cy="978669"/>
            </a:xfrm>
            <a:custGeom>
              <a:avLst/>
              <a:gdLst>
                <a:gd name="T0" fmla="*/ 0 w 462"/>
                <a:gd name="T1" fmla="*/ 401 h 401"/>
                <a:gd name="T2" fmla="*/ 232 w 462"/>
                <a:gd name="T3" fmla="*/ 0 h 401"/>
                <a:gd name="T4" fmla="*/ 462 w 462"/>
                <a:gd name="T5" fmla="*/ 401 h 401"/>
                <a:gd name="T6" fmla="*/ 0 w 462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2" h="401">
                  <a:moveTo>
                    <a:pt x="0" y="401"/>
                  </a:moveTo>
                  <a:lnTo>
                    <a:pt x="232" y="0"/>
                  </a:lnTo>
                  <a:lnTo>
                    <a:pt x="462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1">
                <a:lumMod val="65000"/>
                <a:alpha val="40000"/>
              </a:scheme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C354CA82-7928-FD02-4EBF-76CD0AAD1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2017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0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0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3A3838">
                <a:alpha val="10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7" name="Freeform 36">
              <a:extLst>
                <a:ext uri="{FF2B5EF4-FFF2-40B4-BE49-F238E27FC236}">
                  <a16:creationId xmlns:a16="http://schemas.microsoft.com/office/drawing/2014/main" id="{46BD5CDB-4578-4069-9B3B-7F763F2D4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3448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1">
                <a:lumMod val="65000"/>
                <a:alpha val="40000"/>
              </a:scheme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8" name="Freeform 37">
              <a:extLst>
                <a:ext uri="{FF2B5EF4-FFF2-40B4-BE49-F238E27FC236}">
                  <a16:creationId xmlns:a16="http://schemas.microsoft.com/office/drawing/2014/main" id="{1E0448B7-3410-4DF6-6E8B-A9EC50BB5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7219" y="98110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3A3838">
                <a:alpha val="10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9" name="Freeform 38">
              <a:extLst>
                <a:ext uri="{FF2B5EF4-FFF2-40B4-BE49-F238E27FC236}">
                  <a16:creationId xmlns:a16="http://schemas.microsoft.com/office/drawing/2014/main" id="{ED18C520-B764-4D39-227F-E3DB1D9F1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3431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0" name="Freeform 39">
              <a:extLst>
                <a:ext uri="{FF2B5EF4-FFF2-40B4-BE49-F238E27FC236}">
                  <a16:creationId xmlns:a16="http://schemas.microsoft.com/office/drawing/2014/main" id="{559F0501-D844-537F-F111-476E62662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981109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rgbClr val="3A3838">
                <a:alpha val="10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1" name="Freeform 40">
              <a:extLst>
                <a:ext uri="{FF2B5EF4-FFF2-40B4-BE49-F238E27FC236}">
                  <a16:creationId xmlns:a16="http://schemas.microsoft.com/office/drawing/2014/main" id="{0AEDB47C-E1BF-0F4B-1E34-7624B24117F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2" name="Freeform 41">
              <a:extLst>
                <a:ext uri="{FF2B5EF4-FFF2-40B4-BE49-F238E27FC236}">
                  <a16:creationId xmlns:a16="http://schemas.microsoft.com/office/drawing/2014/main" id="{0D948EE8-AB6C-1315-9216-1DD98518D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EA6C00"/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3" name="Freeform 42">
              <a:extLst>
                <a:ext uri="{FF2B5EF4-FFF2-40B4-BE49-F238E27FC236}">
                  <a16:creationId xmlns:a16="http://schemas.microsoft.com/office/drawing/2014/main" id="{3CCC68A2-BC4C-4077-8EB6-9299C0B013B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97866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4" name="Freeform 43">
              <a:extLst>
                <a:ext uri="{FF2B5EF4-FFF2-40B4-BE49-F238E27FC236}">
                  <a16:creationId xmlns:a16="http://schemas.microsoft.com/office/drawing/2014/main" id="{B33F65B7-EF58-243E-C8F9-6730B819F02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3A3838">
                <a:alpha val="10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5" name="Freeform 44">
              <a:extLst>
                <a:ext uri="{FF2B5EF4-FFF2-40B4-BE49-F238E27FC236}">
                  <a16:creationId xmlns:a16="http://schemas.microsoft.com/office/drawing/2014/main" id="{C12F2BDF-393C-EFAF-5919-B9784A080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6" name="Freeform 45">
              <a:extLst>
                <a:ext uri="{FF2B5EF4-FFF2-40B4-BE49-F238E27FC236}">
                  <a16:creationId xmlns:a16="http://schemas.microsoft.com/office/drawing/2014/main" id="{3065EA5C-995E-5625-B768-92B2B844D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2017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0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0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1">
                <a:lumMod val="65000"/>
                <a:alpha val="49000"/>
              </a:scheme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7" name="Freeform 46">
              <a:extLst>
                <a:ext uri="{FF2B5EF4-FFF2-40B4-BE49-F238E27FC236}">
                  <a16:creationId xmlns:a16="http://schemas.microsoft.com/office/drawing/2014/main" id="{4759C759-17F6-EA30-21C9-D4BF753C8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3448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8" name="Freeform 47">
              <a:extLst>
                <a:ext uri="{FF2B5EF4-FFF2-40B4-BE49-F238E27FC236}">
                  <a16:creationId xmlns:a16="http://schemas.microsoft.com/office/drawing/2014/main" id="{0031CA8D-D545-25E5-4C81-A50B2C53B6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343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3A3838">
                <a:alpha val="10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9" name="Freeform 48">
              <a:extLst>
                <a:ext uri="{FF2B5EF4-FFF2-40B4-BE49-F238E27FC236}">
                  <a16:creationId xmlns:a16="http://schemas.microsoft.com/office/drawing/2014/main" id="{53537AE2-D139-9CD8-7CD8-39C9FF045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30" name="Freeform 49">
              <a:extLst>
                <a:ext uri="{FF2B5EF4-FFF2-40B4-BE49-F238E27FC236}">
                  <a16:creationId xmlns:a16="http://schemas.microsoft.com/office/drawing/2014/main" id="{EFBC55A1-0B03-8E78-6C2E-9B85A4C93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1957336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31" name="Freeform 50">
              <a:extLst>
                <a:ext uri="{FF2B5EF4-FFF2-40B4-BE49-F238E27FC236}">
                  <a16:creationId xmlns:a16="http://schemas.microsoft.com/office/drawing/2014/main" id="{6B093DF0-1C2B-A0E9-FC4E-0B610F1199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32" name="Freeform 51">
              <a:extLst>
                <a:ext uri="{FF2B5EF4-FFF2-40B4-BE49-F238E27FC236}">
                  <a16:creationId xmlns:a16="http://schemas.microsoft.com/office/drawing/2014/main" id="{ED9EC14F-3115-E4F4-8873-7F042AEAD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2872A1"/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33" name="Freeform 52">
              <a:extLst>
                <a:ext uri="{FF2B5EF4-FFF2-40B4-BE49-F238E27FC236}">
                  <a16:creationId xmlns:a16="http://schemas.microsoft.com/office/drawing/2014/main" id="{3DD12F72-78B4-434D-BD33-1C0373CCE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34" name="Freeform 53">
              <a:extLst>
                <a:ext uri="{FF2B5EF4-FFF2-40B4-BE49-F238E27FC236}">
                  <a16:creationId xmlns:a16="http://schemas.microsoft.com/office/drawing/2014/main" id="{9B826F92-EC7A-CEB1-87E1-C6E51BE6C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35" name="Freeform 54">
              <a:extLst>
                <a:ext uri="{FF2B5EF4-FFF2-40B4-BE49-F238E27FC236}">
                  <a16:creationId xmlns:a16="http://schemas.microsoft.com/office/drawing/2014/main" id="{8CA7233C-2218-10DB-2950-BFCAC603B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4541" y="2943927"/>
              <a:ext cx="1127543" cy="978669"/>
            </a:xfrm>
            <a:custGeom>
              <a:avLst/>
              <a:gdLst>
                <a:gd name="T0" fmla="*/ 0 w 462"/>
                <a:gd name="T1" fmla="*/ 401 h 401"/>
                <a:gd name="T2" fmla="*/ 232 w 462"/>
                <a:gd name="T3" fmla="*/ 0 h 401"/>
                <a:gd name="T4" fmla="*/ 462 w 462"/>
                <a:gd name="T5" fmla="*/ 401 h 401"/>
                <a:gd name="T6" fmla="*/ 0 w 462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2" h="401">
                  <a:moveTo>
                    <a:pt x="0" y="401"/>
                  </a:moveTo>
                  <a:lnTo>
                    <a:pt x="232" y="0"/>
                  </a:lnTo>
                  <a:lnTo>
                    <a:pt x="462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3A3838">
                <a:alpha val="10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36" name="Freeform 55">
              <a:extLst>
                <a:ext uri="{FF2B5EF4-FFF2-40B4-BE49-F238E27FC236}">
                  <a16:creationId xmlns:a16="http://schemas.microsoft.com/office/drawing/2014/main" id="{FA4B9BE4-7921-7C39-F18A-B3121B13E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2017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0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0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37" name="Freeform 56">
              <a:extLst>
                <a:ext uri="{FF2B5EF4-FFF2-40B4-BE49-F238E27FC236}">
                  <a16:creationId xmlns:a16="http://schemas.microsoft.com/office/drawing/2014/main" id="{9C03F867-93DD-B388-9D6B-CAE7B548D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557" y="9982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EA6C00"/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38" name="Freeform 57">
              <a:extLst>
                <a:ext uri="{FF2B5EF4-FFF2-40B4-BE49-F238E27FC236}">
                  <a16:creationId xmlns:a16="http://schemas.microsoft.com/office/drawing/2014/main" id="{D4BA4545-6609-C318-4B95-A467E1EC6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721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39" name="Freeform 58">
              <a:extLst>
                <a:ext uri="{FF2B5EF4-FFF2-40B4-BE49-F238E27FC236}">
                  <a16:creationId xmlns:a16="http://schemas.microsoft.com/office/drawing/2014/main" id="{264A88DD-6029-0ECA-94A3-8ECAC75E1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3431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2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0" name="Freeform 59">
              <a:extLst>
                <a:ext uri="{FF2B5EF4-FFF2-40B4-BE49-F238E27FC236}">
                  <a16:creationId xmlns:a16="http://schemas.microsoft.com/office/drawing/2014/main" id="{22FACA39-8C88-B759-FBB4-5AC7709E6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1" name="Freeform 60">
              <a:extLst>
                <a:ext uri="{FF2B5EF4-FFF2-40B4-BE49-F238E27FC236}">
                  <a16:creationId xmlns:a16="http://schemas.microsoft.com/office/drawing/2014/main" id="{CBD532F2-52CA-F00C-F599-105487BA8E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4745" y="3919553"/>
              <a:ext cx="1132424" cy="981109"/>
            </a:xfrm>
            <a:custGeom>
              <a:avLst/>
              <a:gdLst>
                <a:gd name="T0" fmla="*/ 464 w 464"/>
                <a:gd name="T1" fmla="*/ 0 h 402"/>
                <a:gd name="T2" fmla="*/ 232 w 464"/>
                <a:gd name="T3" fmla="*/ 402 h 402"/>
                <a:gd name="T4" fmla="*/ 0 w 464"/>
                <a:gd name="T5" fmla="*/ 0 h 402"/>
                <a:gd name="T6" fmla="*/ 464 w 464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464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rgbClr val="803066"/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2" name="Freeform 61">
              <a:extLst>
                <a:ext uri="{FF2B5EF4-FFF2-40B4-BE49-F238E27FC236}">
                  <a16:creationId xmlns:a16="http://schemas.microsoft.com/office/drawing/2014/main" id="{83AB2A2C-9E52-9438-D4AA-995290639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3" name="Freeform 62">
              <a:extLst>
                <a:ext uri="{FF2B5EF4-FFF2-40B4-BE49-F238E27FC236}">
                  <a16:creationId xmlns:a16="http://schemas.microsoft.com/office/drawing/2014/main" id="{593A68A8-0612-101A-CED3-EF426048F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rgbClr val="3A3838">
                <a:alpha val="10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4" name="Freeform 63">
              <a:extLst>
                <a:ext uri="{FF2B5EF4-FFF2-40B4-BE49-F238E27FC236}">
                  <a16:creationId xmlns:a16="http://schemas.microsoft.com/office/drawing/2014/main" id="{97F9AEAF-FA5D-30A6-C586-BC7EFD9AA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1923" y="-7321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rgbClr val="803066"/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5" name="Freeform 64">
              <a:extLst>
                <a:ext uri="{FF2B5EF4-FFF2-40B4-BE49-F238E27FC236}">
                  <a16:creationId xmlns:a16="http://schemas.microsoft.com/office/drawing/2014/main" id="{12815C51-8579-000A-B805-001FB5BFF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5805" y="2936005"/>
              <a:ext cx="1127543" cy="981109"/>
            </a:xfrm>
            <a:custGeom>
              <a:avLst/>
              <a:gdLst>
                <a:gd name="T0" fmla="*/ 462 w 462"/>
                <a:gd name="T1" fmla="*/ 0 h 402"/>
                <a:gd name="T2" fmla="*/ 232 w 462"/>
                <a:gd name="T3" fmla="*/ 402 h 402"/>
                <a:gd name="T4" fmla="*/ 0 w 462"/>
                <a:gd name="T5" fmla="*/ 0 h 402"/>
                <a:gd name="T6" fmla="*/ 462 w 462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2" h="402">
                  <a:moveTo>
                    <a:pt x="462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6" name="Freeform 65">
              <a:extLst>
                <a:ext uri="{FF2B5EF4-FFF2-40B4-BE49-F238E27FC236}">
                  <a16:creationId xmlns:a16="http://schemas.microsoft.com/office/drawing/2014/main" id="{0CFDC1EC-2197-198D-1FB9-F4BA20BBB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721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7" name="Freeform 66">
              <a:extLst>
                <a:ext uri="{FF2B5EF4-FFF2-40B4-BE49-F238E27FC236}">
                  <a16:creationId xmlns:a16="http://schemas.microsoft.com/office/drawing/2014/main" id="{08D25B9B-10D7-5F9B-A08D-E4186309F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1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1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1">
                <a:lumMod val="65000"/>
                <a:alpha val="49000"/>
              </a:scheme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8" name="Freeform 67">
              <a:extLst>
                <a:ext uri="{FF2B5EF4-FFF2-40B4-BE49-F238E27FC236}">
                  <a16:creationId xmlns:a16="http://schemas.microsoft.com/office/drawing/2014/main" id="{463537C8-AF58-9AE9-7B7E-7206A0AF1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3917114"/>
              <a:ext cx="1132424" cy="983550"/>
            </a:xfrm>
            <a:custGeom>
              <a:avLst/>
              <a:gdLst>
                <a:gd name="T0" fmla="*/ 0 w 464"/>
                <a:gd name="T1" fmla="*/ 403 h 403"/>
                <a:gd name="T2" fmla="*/ 232 w 464"/>
                <a:gd name="T3" fmla="*/ 0 h 403"/>
                <a:gd name="T4" fmla="*/ 464 w 464"/>
                <a:gd name="T5" fmla="*/ 403 h 403"/>
                <a:gd name="T6" fmla="*/ 0 w 464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0" y="403"/>
                  </a:moveTo>
                  <a:lnTo>
                    <a:pt x="232" y="0"/>
                  </a:lnTo>
                  <a:lnTo>
                    <a:pt x="464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9" name="Freeform 68">
              <a:extLst>
                <a:ext uri="{FF2B5EF4-FFF2-40B4-BE49-F238E27FC236}">
                  <a16:creationId xmlns:a16="http://schemas.microsoft.com/office/drawing/2014/main" id="{611B2F86-935B-A618-3E56-B854CF261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2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50" name="Freeform 69">
              <a:extLst>
                <a:ext uri="{FF2B5EF4-FFF2-40B4-BE49-F238E27FC236}">
                  <a16:creationId xmlns:a16="http://schemas.microsoft.com/office/drawing/2014/main" id="{FC0A40D3-0B45-EB69-4D61-E0CF8ED4D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1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1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51" name="Freeform 70">
              <a:extLst>
                <a:ext uri="{FF2B5EF4-FFF2-40B4-BE49-F238E27FC236}">
                  <a16:creationId xmlns:a16="http://schemas.microsoft.com/office/drawing/2014/main" id="{806E61D5-890B-ADF1-45B6-875F07129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52" name="Freeform 71">
              <a:extLst>
                <a:ext uri="{FF2B5EF4-FFF2-40B4-BE49-F238E27FC236}">
                  <a16:creationId xmlns:a16="http://schemas.microsoft.com/office/drawing/2014/main" id="{86910A42-7AB4-12FA-E4B0-510AA9094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2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2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rgbClr val="EA6C00"/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53" name="Freeform 72">
              <a:extLst>
                <a:ext uri="{FF2B5EF4-FFF2-40B4-BE49-F238E27FC236}">
                  <a16:creationId xmlns:a16="http://schemas.microsoft.com/office/drawing/2014/main" id="{5D5906EB-43B4-AEB2-F952-609CBC041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5805" y="3917114"/>
              <a:ext cx="1127543" cy="983550"/>
            </a:xfrm>
            <a:custGeom>
              <a:avLst/>
              <a:gdLst>
                <a:gd name="T0" fmla="*/ 0 w 462"/>
                <a:gd name="T1" fmla="*/ 403 h 403"/>
                <a:gd name="T2" fmla="*/ 232 w 462"/>
                <a:gd name="T3" fmla="*/ 0 h 403"/>
                <a:gd name="T4" fmla="*/ 462 w 462"/>
                <a:gd name="T5" fmla="*/ 403 h 403"/>
                <a:gd name="T6" fmla="*/ 0 w 462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2" h="403">
                  <a:moveTo>
                    <a:pt x="0" y="403"/>
                  </a:moveTo>
                  <a:lnTo>
                    <a:pt x="232" y="0"/>
                  </a:lnTo>
                  <a:lnTo>
                    <a:pt x="462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54" name="Freeform 73">
              <a:extLst>
                <a:ext uri="{FF2B5EF4-FFF2-40B4-BE49-F238E27FC236}">
                  <a16:creationId xmlns:a16="http://schemas.microsoft.com/office/drawing/2014/main" id="{47A0F04D-B95A-F523-EEA8-DAE419681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2017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0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0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55" name="Freeform 74">
              <a:extLst>
                <a:ext uri="{FF2B5EF4-FFF2-40B4-BE49-F238E27FC236}">
                  <a16:creationId xmlns:a16="http://schemas.microsoft.com/office/drawing/2014/main" id="{E2975AB2-3B54-20BF-29C6-7AADB36EB7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3448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56" name="Freeform 75">
              <a:extLst>
                <a:ext uri="{FF2B5EF4-FFF2-40B4-BE49-F238E27FC236}">
                  <a16:creationId xmlns:a16="http://schemas.microsoft.com/office/drawing/2014/main" id="{ED5CE738-5873-8B9D-DD6A-1EFB54D53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7219" y="4900662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57" name="Freeform 76">
              <a:extLst>
                <a:ext uri="{FF2B5EF4-FFF2-40B4-BE49-F238E27FC236}">
                  <a16:creationId xmlns:a16="http://schemas.microsoft.com/office/drawing/2014/main" id="{A090F463-104B-88D9-98CB-50E6CDEC80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343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3A3838">
                <a:alpha val="10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58" name="Freeform 77">
              <a:extLst>
                <a:ext uri="{FF2B5EF4-FFF2-40B4-BE49-F238E27FC236}">
                  <a16:creationId xmlns:a16="http://schemas.microsoft.com/office/drawing/2014/main" id="{2CD3052D-FDFB-43E8-1042-C087CCECD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9575" y="294392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803066"/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59" name="Freeform 78">
              <a:extLst>
                <a:ext uri="{FF2B5EF4-FFF2-40B4-BE49-F238E27FC236}">
                  <a16:creationId xmlns:a16="http://schemas.microsoft.com/office/drawing/2014/main" id="{6B5058BF-B575-AE2E-EA37-51EDC7E4B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3A3838">
                <a:alpha val="10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60" name="Freeform 79">
              <a:extLst>
                <a:ext uri="{FF2B5EF4-FFF2-40B4-BE49-F238E27FC236}">
                  <a16:creationId xmlns:a16="http://schemas.microsoft.com/office/drawing/2014/main" id="{EE5EA1D5-B52B-40B2-77AF-1C6A52A70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61" name="Freeform 80">
              <a:extLst>
                <a:ext uri="{FF2B5EF4-FFF2-40B4-BE49-F238E27FC236}">
                  <a16:creationId xmlns:a16="http://schemas.microsoft.com/office/drawing/2014/main" id="{89CC811D-D0F1-4EF0-594B-801394B358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62" name="Freeform 81">
              <a:extLst>
                <a:ext uri="{FF2B5EF4-FFF2-40B4-BE49-F238E27FC236}">
                  <a16:creationId xmlns:a16="http://schemas.microsoft.com/office/drawing/2014/main" id="{54034C52-A263-C42A-BC10-3CA21288B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63" name="Freeform 82">
              <a:extLst>
                <a:ext uri="{FF2B5EF4-FFF2-40B4-BE49-F238E27FC236}">
                  <a16:creationId xmlns:a16="http://schemas.microsoft.com/office/drawing/2014/main" id="{B0E6CBE4-8145-0A0C-9111-5A202A6A4A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5805" y="4900662"/>
              <a:ext cx="1127543" cy="978669"/>
            </a:xfrm>
            <a:custGeom>
              <a:avLst/>
              <a:gdLst>
                <a:gd name="T0" fmla="*/ 462 w 462"/>
                <a:gd name="T1" fmla="*/ 0 h 401"/>
                <a:gd name="T2" fmla="*/ 232 w 462"/>
                <a:gd name="T3" fmla="*/ 401 h 401"/>
                <a:gd name="T4" fmla="*/ 0 w 462"/>
                <a:gd name="T5" fmla="*/ 0 h 401"/>
                <a:gd name="T6" fmla="*/ 462 w 462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2" h="401">
                  <a:moveTo>
                    <a:pt x="462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64" name="Freeform 83">
              <a:extLst>
                <a:ext uri="{FF2B5EF4-FFF2-40B4-BE49-F238E27FC236}">
                  <a16:creationId xmlns:a16="http://schemas.microsoft.com/office/drawing/2014/main" id="{7616405D-EE66-C201-8BDF-A0473A2DD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2017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0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0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3A3838">
                <a:alpha val="10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65" name="Freeform 84">
              <a:extLst>
                <a:ext uri="{FF2B5EF4-FFF2-40B4-BE49-F238E27FC236}">
                  <a16:creationId xmlns:a16="http://schemas.microsoft.com/office/drawing/2014/main" id="{25F64FE9-D937-2EFA-17AD-C71749253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3448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1">
                <a:lumMod val="65000"/>
                <a:alpha val="49000"/>
              </a:scheme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66" name="Freeform 85">
              <a:extLst>
                <a:ext uri="{FF2B5EF4-FFF2-40B4-BE49-F238E27FC236}">
                  <a16:creationId xmlns:a16="http://schemas.microsoft.com/office/drawing/2014/main" id="{11466F63-71B1-7820-DC58-44977DFCC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721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67" name="Freeform 86">
              <a:extLst>
                <a:ext uri="{FF2B5EF4-FFF2-40B4-BE49-F238E27FC236}">
                  <a16:creationId xmlns:a16="http://schemas.microsoft.com/office/drawing/2014/main" id="{E6CC406E-954B-53C0-2585-5302EC75A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68" name="Freeform 87">
              <a:extLst>
                <a:ext uri="{FF2B5EF4-FFF2-40B4-BE49-F238E27FC236}">
                  <a16:creationId xmlns:a16="http://schemas.microsoft.com/office/drawing/2014/main" id="{40262A26-47A8-B151-FEAB-7BD6BDD2F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5879331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1">
                <a:lumMod val="65000"/>
                <a:alpha val="38000"/>
              </a:scheme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69" name="Freeform 88">
              <a:extLst>
                <a:ext uri="{FF2B5EF4-FFF2-40B4-BE49-F238E27FC236}">
                  <a16:creationId xmlns:a16="http://schemas.microsoft.com/office/drawing/2014/main" id="{73085A35-875F-74E2-A211-BBA0DE54B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70" name="Freeform 89">
              <a:extLst>
                <a:ext uri="{FF2B5EF4-FFF2-40B4-BE49-F238E27FC236}">
                  <a16:creationId xmlns:a16="http://schemas.microsoft.com/office/drawing/2014/main" id="{63E3317C-1897-E100-E9C4-75D4F3BCD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71" name="Freeform 90">
              <a:extLst>
                <a:ext uri="{FF2B5EF4-FFF2-40B4-BE49-F238E27FC236}">
                  <a16:creationId xmlns:a16="http://schemas.microsoft.com/office/drawing/2014/main" id="{18090951-7E06-FB1E-3554-18C0C5A1A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rgbClr val="2872A1"/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72" name="Freeform 91">
              <a:extLst>
                <a:ext uri="{FF2B5EF4-FFF2-40B4-BE49-F238E27FC236}">
                  <a16:creationId xmlns:a16="http://schemas.microsoft.com/office/drawing/2014/main" id="{770084DD-7E78-5483-7E53-57CDC2A41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A5A5A5">
                <a:lumMod val="60000"/>
                <a:lumOff val="40000"/>
                <a:alpha val="15000"/>
              </a:srgbClr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73" name="Freeform 92">
              <a:extLst>
                <a:ext uri="{FF2B5EF4-FFF2-40B4-BE49-F238E27FC236}">
                  <a16:creationId xmlns:a16="http://schemas.microsoft.com/office/drawing/2014/main" id="{34C0272E-48EB-696B-F3F1-704941D67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5805" y="5879331"/>
              <a:ext cx="1127543" cy="978669"/>
            </a:xfrm>
            <a:custGeom>
              <a:avLst/>
              <a:gdLst>
                <a:gd name="T0" fmla="*/ 0 w 462"/>
                <a:gd name="T1" fmla="*/ 401 h 401"/>
                <a:gd name="T2" fmla="*/ 232 w 462"/>
                <a:gd name="T3" fmla="*/ 0 h 401"/>
                <a:gd name="T4" fmla="*/ 462 w 462"/>
                <a:gd name="T5" fmla="*/ 401 h 401"/>
                <a:gd name="T6" fmla="*/ 0 w 462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2" h="401">
                  <a:moveTo>
                    <a:pt x="0" y="401"/>
                  </a:moveTo>
                  <a:lnTo>
                    <a:pt x="232" y="0"/>
                  </a:lnTo>
                  <a:lnTo>
                    <a:pt x="462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rgbClr val="803066"/>
            </a:solidFill>
            <a:ln>
              <a:noFill/>
            </a:ln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2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9743C5-9AFA-0B8E-40E2-77EB33541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975" y="1337000"/>
            <a:ext cx="8857179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65ECEE-5BA3-998F-7CE1-418514D95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975" y="3816675"/>
            <a:ext cx="8854731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5" name="Freeform 71">
            <a:extLst>
              <a:ext uri="{FF2B5EF4-FFF2-40B4-BE49-F238E27FC236}">
                <a16:creationId xmlns:a16="http://schemas.microsoft.com/office/drawing/2014/main" id="{AF3E423A-4C75-F394-F994-4221A4E8D7BA}"/>
              </a:ext>
            </a:extLst>
          </p:cNvPr>
          <p:cNvSpPr>
            <a:spLocks/>
          </p:cNvSpPr>
          <p:nvPr userDrawn="1"/>
        </p:nvSpPr>
        <p:spPr bwMode="auto">
          <a:xfrm>
            <a:off x="5365478" y="5897333"/>
            <a:ext cx="1132033" cy="985335"/>
          </a:xfrm>
          <a:custGeom>
            <a:avLst/>
            <a:gdLst>
              <a:gd name="T0" fmla="*/ 0 w 463"/>
              <a:gd name="T1" fmla="*/ 403 h 403"/>
              <a:gd name="T2" fmla="*/ 232 w 463"/>
              <a:gd name="T3" fmla="*/ 0 h 403"/>
              <a:gd name="T4" fmla="*/ 463 w 463"/>
              <a:gd name="T5" fmla="*/ 403 h 403"/>
              <a:gd name="T6" fmla="*/ 0 w 463"/>
              <a:gd name="T7" fmla="*/ 403 h 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63" h="403">
                <a:moveTo>
                  <a:pt x="0" y="403"/>
                </a:moveTo>
                <a:lnTo>
                  <a:pt x="232" y="0"/>
                </a:lnTo>
                <a:lnTo>
                  <a:pt x="463" y="403"/>
                </a:lnTo>
                <a:lnTo>
                  <a:pt x="0" y="403"/>
                </a:lnTo>
                <a:close/>
              </a:path>
            </a:pathLst>
          </a:custGeom>
          <a:solidFill>
            <a:srgbClr val="EA6C00"/>
          </a:solidFill>
          <a:ln>
            <a:noFill/>
          </a:ln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43" name="Freeform 90">
            <a:extLst>
              <a:ext uri="{FF2B5EF4-FFF2-40B4-BE49-F238E27FC236}">
                <a16:creationId xmlns:a16="http://schemas.microsoft.com/office/drawing/2014/main" id="{0D71BD6E-9183-CE7E-A257-A373762D7012}"/>
              </a:ext>
            </a:extLst>
          </p:cNvPr>
          <p:cNvSpPr>
            <a:spLocks/>
          </p:cNvSpPr>
          <p:nvPr userDrawn="1"/>
        </p:nvSpPr>
        <p:spPr bwMode="auto">
          <a:xfrm>
            <a:off x="3661315" y="5877555"/>
            <a:ext cx="1134479" cy="980445"/>
          </a:xfrm>
          <a:custGeom>
            <a:avLst/>
            <a:gdLst>
              <a:gd name="T0" fmla="*/ 464 w 464"/>
              <a:gd name="T1" fmla="*/ 0 h 401"/>
              <a:gd name="T2" fmla="*/ 232 w 464"/>
              <a:gd name="T3" fmla="*/ 401 h 401"/>
              <a:gd name="T4" fmla="*/ 0 w 464"/>
              <a:gd name="T5" fmla="*/ 0 h 401"/>
              <a:gd name="T6" fmla="*/ 464 w 464"/>
              <a:gd name="T7" fmla="*/ 0 h 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64" h="401">
                <a:moveTo>
                  <a:pt x="464" y="0"/>
                </a:moveTo>
                <a:lnTo>
                  <a:pt x="232" y="401"/>
                </a:lnTo>
                <a:lnTo>
                  <a:pt x="0" y="0"/>
                </a:lnTo>
                <a:lnTo>
                  <a:pt x="464" y="0"/>
                </a:lnTo>
                <a:close/>
              </a:path>
            </a:pathLst>
          </a:custGeom>
          <a:solidFill>
            <a:srgbClr val="2872A1"/>
          </a:solidFill>
          <a:ln>
            <a:noFill/>
          </a:ln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1016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87C64-4EC6-A097-1745-096D48D02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A087C-6A35-AC69-42A1-0B415FF31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E2BFD51-BB0C-9567-DD98-342D04A13090}"/>
              </a:ext>
            </a:extLst>
          </p:cNvPr>
          <p:cNvGrpSpPr/>
          <p:nvPr userDrawn="1"/>
        </p:nvGrpSpPr>
        <p:grpSpPr>
          <a:xfrm>
            <a:off x="8868228" y="4885517"/>
            <a:ext cx="6210663" cy="6849283"/>
            <a:chOff x="4843448" y="0"/>
            <a:chExt cx="6218568" cy="6858000"/>
          </a:xfrm>
        </p:grpSpPr>
        <p:sp>
          <p:nvSpPr>
            <p:cNvPr id="75" name="Freeform 27">
              <a:extLst>
                <a:ext uri="{FF2B5EF4-FFF2-40B4-BE49-F238E27FC236}">
                  <a16:creationId xmlns:a16="http://schemas.microsoft.com/office/drawing/2014/main" id="{3A0C9653-699B-BD3A-4B28-543D59EB4E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6" name="Freeform 28">
              <a:extLst>
                <a:ext uri="{FF2B5EF4-FFF2-40B4-BE49-F238E27FC236}">
                  <a16:creationId xmlns:a16="http://schemas.microsoft.com/office/drawing/2014/main" id="{F4832FE3-A66A-5FDB-FFAC-5FC9D88732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7" name="Freeform 29">
              <a:extLst>
                <a:ext uri="{FF2B5EF4-FFF2-40B4-BE49-F238E27FC236}">
                  <a16:creationId xmlns:a16="http://schemas.microsoft.com/office/drawing/2014/main" id="{9BACE3CD-AA7B-5A2F-5E0C-BC13E73C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7030A0">
                <a:alpha val="1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8" name="Freeform 30">
              <a:extLst>
                <a:ext uri="{FF2B5EF4-FFF2-40B4-BE49-F238E27FC236}">
                  <a16:creationId xmlns:a16="http://schemas.microsoft.com/office/drawing/2014/main" id="{C8E6CAF4-F234-34AE-5F09-B5ABF44464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0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9" name="Freeform 31">
              <a:extLst>
                <a:ext uri="{FF2B5EF4-FFF2-40B4-BE49-F238E27FC236}">
                  <a16:creationId xmlns:a16="http://schemas.microsoft.com/office/drawing/2014/main" id="{17209D7B-B560-FF72-1304-FB20F7DDD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0" name="Freeform 32">
              <a:extLst>
                <a:ext uri="{FF2B5EF4-FFF2-40B4-BE49-F238E27FC236}">
                  <a16:creationId xmlns:a16="http://schemas.microsoft.com/office/drawing/2014/main" id="{13A32BBB-FD40-7197-0620-E242F9DDC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1" name="Freeform 33">
              <a:extLst>
                <a:ext uri="{FF2B5EF4-FFF2-40B4-BE49-F238E27FC236}">
                  <a16:creationId xmlns:a16="http://schemas.microsoft.com/office/drawing/2014/main" id="{EE10D8CC-7972-2AA1-AC65-3D9CFFD15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2" name="Freeform 36">
              <a:extLst>
                <a:ext uri="{FF2B5EF4-FFF2-40B4-BE49-F238E27FC236}">
                  <a16:creationId xmlns:a16="http://schemas.microsoft.com/office/drawing/2014/main" id="{278D9DD1-150B-5881-DCA2-B71BC335E3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3" name="Freeform 37">
              <a:extLst>
                <a:ext uri="{FF2B5EF4-FFF2-40B4-BE49-F238E27FC236}">
                  <a16:creationId xmlns:a16="http://schemas.microsoft.com/office/drawing/2014/main" id="{2B5B82AC-55EA-18D2-7899-D63194B33C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98110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4" name="Freeform 38">
              <a:extLst>
                <a:ext uri="{FF2B5EF4-FFF2-40B4-BE49-F238E27FC236}">
                  <a16:creationId xmlns:a16="http://schemas.microsoft.com/office/drawing/2014/main" id="{7F490F82-30EF-2E59-4748-51C5656067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5" name="Freeform 39">
              <a:extLst>
                <a:ext uri="{FF2B5EF4-FFF2-40B4-BE49-F238E27FC236}">
                  <a16:creationId xmlns:a16="http://schemas.microsoft.com/office/drawing/2014/main" id="{4FA0977B-B891-79C2-B9F2-21ECEC8A5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981109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accent6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6" name="Freeform 40">
              <a:extLst>
                <a:ext uri="{FF2B5EF4-FFF2-40B4-BE49-F238E27FC236}">
                  <a16:creationId xmlns:a16="http://schemas.microsoft.com/office/drawing/2014/main" id="{F7C304EC-D128-4B62-E5AD-F0D131E26BB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7" name="Freeform 41">
              <a:extLst>
                <a:ext uri="{FF2B5EF4-FFF2-40B4-BE49-F238E27FC236}">
                  <a16:creationId xmlns:a16="http://schemas.microsoft.com/office/drawing/2014/main" id="{B169A231-2A08-9502-957B-A6566D7DA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8" name="Freeform 42">
              <a:extLst>
                <a:ext uri="{FF2B5EF4-FFF2-40B4-BE49-F238E27FC236}">
                  <a16:creationId xmlns:a16="http://schemas.microsoft.com/office/drawing/2014/main" id="{AB76E586-143E-ABD4-0DC8-B6AC1D8B2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97866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9" name="Freeform 43">
              <a:extLst>
                <a:ext uri="{FF2B5EF4-FFF2-40B4-BE49-F238E27FC236}">
                  <a16:creationId xmlns:a16="http://schemas.microsoft.com/office/drawing/2014/main" id="{8D4B9EA1-AB26-88F3-DB3A-C056C0A6C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0" name="Freeform 44">
              <a:extLst>
                <a:ext uri="{FF2B5EF4-FFF2-40B4-BE49-F238E27FC236}">
                  <a16:creationId xmlns:a16="http://schemas.microsoft.com/office/drawing/2014/main" id="{B3FB49AF-61E3-6EB9-8C8D-2F26DD244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1" name="Freeform 46">
              <a:extLst>
                <a:ext uri="{FF2B5EF4-FFF2-40B4-BE49-F238E27FC236}">
                  <a16:creationId xmlns:a16="http://schemas.microsoft.com/office/drawing/2014/main" id="{EF213A2A-AE95-7501-10C6-9A8985512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2" name="Freeform 47">
              <a:extLst>
                <a:ext uri="{FF2B5EF4-FFF2-40B4-BE49-F238E27FC236}">
                  <a16:creationId xmlns:a16="http://schemas.microsoft.com/office/drawing/2014/main" id="{58A49885-DAC8-8373-8B6E-3CEE6E1F92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3" name="Freeform 48">
              <a:extLst>
                <a:ext uri="{FF2B5EF4-FFF2-40B4-BE49-F238E27FC236}">
                  <a16:creationId xmlns:a16="http://schemas.microsoft.com/office/drawing/2014/main" id="{11FD1DAE-70A9-B6CA-80C4-416D2CFAB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4" name="Freeform 49">
              <a:extLst>
                <a:ext uri="{FF2B5EF4-FFF2-40B4-BE49-F238E27FC236}">
                  <a16:creationId xmlns:a16="http://schemas.microsoft.com/office/drawing/2014/main" id="{A6A4F62E-6118-E0E5-0D86-01E646712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1957336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5" name="Freeform 50">
              <a:extLst>
                <a:ext uri="{FF2B5EF4-FFF2-40B4-BE49-F238E27FC236}">
                  <a16:creationId xmlns:a16="http://schemas.microsoft.com/office/drawing/2014/main" id="{90DC4082-8D6F-97CA-9D58-40714CA2242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6" name="Freeform 51">
              <a:extLst>
                <a:ext uri="{FF2B5EF4-FFF2-40B4-BE49-F238E27FC236}">
                  <a16:creationId xmlns:a16="http://schemas.microsoft.com/office/drawing/2014/main" id="{6A93A289-86E1-0E6C-AF6A-7BB2C38EFB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506" y="996324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7" name="Freeform 52">
              <a:extLst>
                <a:ext uri="{FF2B5EF4-FFF2-40B4-BE49-F238E27FC236}">
                  <a16:creationId xmlns:a16="http://schemas.microsoft.com/office/drawing/2014/main" id="{3CE7CF66-8BA4-66A7-D6FB-181C2A017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8" name="Freeform 53">
              <a:extLst>
                <a:ext uri="{FF2B5EF4-FFF2-40B4-BE49-F238E27FC236}">
                  <a16:creationId xmlns:a16="http://schemas.microsoft.com/office/drawing/2014/main" id="{136A256E-0E79-8C26-6116-48285F883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9" name="Freeform 56">
              <a:extLst>
                <a:ext uri="{FF2B5EF4-FFF2-40B4-BE49-F238E27FC236}">
                  <a16:creationId xmlns:a16="http://schemas.microsoft.com/office/drawing/2014/main" id="{8B4D6359-4B83-E164-D52F-94255761A1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0" name="Freeform 57">
              <a:extLst>
                <a:ext uri="{FF2B5EF4-FFF2-40B4-BE49-F238E27FC236}">
                  <a16:creationId xmlns:a16="http://schemas.microsoft.com/office/drawing/2014/main" id="{2761F8F7-8621-B5D2-027E-4F82529BD9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1" name="Freeform 58">
              <a:extLst>
                <a:ext uri="{FF2B5EF4-FFF2-40B4-BE49-F238E27FC236}">
                  <a16:creationId xmlns:a16="http://schemas.microsoft.com/office/drawing/2014/main" id="{E5D78626-31E3-5CDA-99A4-F933762417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2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2" name="Freeform 59">
              <a:extLst>
                <a:ext uri="{FF2B5EF4-FFF2-40B4-BE49-F238E27FC236}">
                  <a16:creationId xmlns:a16="http://schemas.microsoft.com/office/drawing/2014/main" id="{3C0FC6B2-8F7F-E518-98D0-38AB3B62A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3" name="Freeform 60">
              <a:extLst>
                <a:ext uri="{FF2B5EF4-FFF2-40B4-BE49-F238E27FC236}">
                  <a16:creationId xmlns:a16="http://schemas.microsoft.com/office/drawing/2014/main" id="{F00E0567-DEC1-7A3F-3F84-96E180F2CF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2936005"/>
              <a:ext cx="1132424" cy="981109"/>
            </a:xfrm>
            <a:custGeom>
              <a:avLst/>
              <a:gdLst>
                <a:gd name="T0" fmla="*/ 464 w 464"/>
                <a:gd name="T1" fmla="*/ 0 h 402"/>
                <a:gd name="T2" fmla="*/ 232 w 464"/>
                <a:gd name="T3" fmla="*/ 402 h 402"/>
                <a:gd name="T4" fmla="*/ 0 w 464"/>
                <a:gd name="T5" fmla="*/ 0 h 402"/>
                <a:gd name="T6" fmla="*/ 464 w 464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464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4" name="Freeform 61">
              <a:extLst>
                <a:ext uri="{FF2B5EF4-FFF2-40B4-BE49-F238E27FC236}">
                  <a16:creationId xmlns:a16="http://schemas.microsoft.com/office/drawing/2014/main" id="{136AF337-367C-C178-45CB-E6AFB156C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5" name="Freeform 62">
              <a:extLst>
                <a:ext uri="{FF2B5EF4-FFF2-40B4-BE49-F238E27FC236}">
                  <a16:creationId xmlns:a16="http://schemas.microsoft.com/office/drawing/2014/main" id="{2C2953D3-0999-8E1D-BE43-7EEDC6446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6" name="Freeform 63">
              <a:extLst>
                <a:ext uri="{FF2B5EF4-FFF2-40B4-BE49-F238E27FC236}">
                  <a16:creationId xmlns:a16="http://schemas.microsoft.com/office/drawing/2014/main" id="{7EB8DD96-5B71-2EE4-4318-E1E88D1EE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7" name="Freeform 65">
              <a:extLst>
                <a:ext uri="{FF2B5EF4-FFF2-40B4-BE49-F238E27FC236}">
                  <a16:creationId xmlns:a16="http://schemas.microsoft.com/office/drawing/2014/main" id="{7CF74A2B-23BD-C762-0EF5-F9EB6FB971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8" name="Freeform 66">
              <a:extLst>
                <a:ext uri="{FF2B5EF4-FFF2-40B4-BE49-F238E27FC236}">
                  <a16:creationId xmlns:a16="http://schemas.microsoft.com/office/drawing/2014/main" id="{85BC5FB4-023A-7C9F-0297-1477766B5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1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1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9" name="Freeform 67">
              <a:extLst>
                <a:ext uri="{FF2B5EF4-FFF2-40B4-BE49-F238E27FC236}">
                  <a16:creationId xmlns:a16="http://schemas.microsoft.com/office/drawing/2014/main" id="{1F826B2D-145C-F7BB-5DF7-5DE1DBF2F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3917114"/>
              <a:ext cx="1132424" cy="983550"/>
            </a:xfrm>
            <a:custGeom>
              <a:avLst/>
              <a:gdLst>
                <a:gd name="T0" fmla="*/ 0 w 464"/>
                <a:gd name="T1" fmla="*/ 403 h 403"/>
                <a:gd name="T2" fmla="*/ 232 w 464"/>
                <a:gd name="T3" fmla="*/ 0 h 403"/>
                <a:gd name="T4" fmla="*/ 464 w 464"/>
                <a:gd name="T5" fmla="*/ 403 h 403"/>
                <a:gd name="T6" fmla="*/ 0 w 464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0" y="403"/>
                  </a:moveTo>
                  <a:lnTo>
                    <a:pt x="232" y="0"/>
                  </a:lnTo>
                  <a:lnTo>
                    <a:pt x="464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0" name="Freeform 68">
              <a:extLst>
                <a:ext uri="{FF2B5EF4-FFF2-40B4-BE49-F238E27FC236}">
                  <a16:creationId xmlns:a16="http://schemas.microsoft.com/office/drawing/2014/main" id="{68B66416-1713-A037-D6CA-B1EF0A4CF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2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1" name="Freeform 69">
              <a:extLst>
                <a:ext uri="{FF2B5EF4-FFF2-40B4-BE49-F238E27FC236}">
                  <a16:creationId xmlns:a16="http://schemas.microsoft.com/office/drawing/2014/main" id="{46595BE5-313C-75BE-63E5-DF2BB21BB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1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1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2" name="Freeform 70">
              <a:extLst>
                <a:ext uri="{FF2B5EF4-FFF2-40B4-BE49-F238E27FC236}">
                  <a16:creationId xmlns:a16="http://schemas.microsoft.com/office/drawing/2014/main" id="{570F356B-9702-BAC4-3022-6065956ED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3" name="Freeform 71">
              <a:extLst>
                <a:ext uri="{FF2B5EF4-FFF2-40B4-BE49-F238E27FC236}">
                  <a16:creationId xmlns:a16="http://schemas.microsoft.com/office/drawing/2014/main" id="{F322D9D0-3B40-0CA4-AD2E-A09107068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2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2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4" name="Freeform 74">
              <a:extLst>
                <a:ext uri="{FF2B5EF4-FFF2-40B4-BE49-F238E27FC236}">
                  <a16:creationId xmlns:a16="http://schemas.microsoft.com/office/drawing/2014/main" id="{76E10DEA-DEC3-6474-0177-73FD4B0CCA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5" name="Freeform 75">
              <a:extLst>
                <a:ext uri="{FF2B5EF4-FFF2-40B4-BE49-F238E27FC236}">
                  <a16:creationId xmlns:a16="http://schemas.microsoft.com/office/drawing/2014/main" id="{4BF0137D-FE4A-0638-0005-C759749455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4900662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6" name="Freeform 76">
              <a:extLst>
                <a:ext uri="{FF2B5EF4-FFF2-40B4-BE49-F238E27FC236}">
                  <a16:creationId xmlns:a16="http://schemas.microsoft.com/office/drawing/2014/main" id="{AE38A813-EB45-790B-AAD2-28E15546D9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7" name="Freeform 77">
              <a:extLst>
                <a:ext uri="{FF2B5EF4-FFF2-40B4-BE49-F238E27FC236}">
                  <a16:creationId xmlns:a16="http://schemas.microsoft.com/office/drawing/2014/main" id="{045D8259-78C1-D16C-584D-E345965F1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8" name="Freeform 78">
              <a:extLst>
                <a:ext uri="{FF2B5EF4-FFF2-40B4-BE49-F238E27FC236}">
                  <a16:creationId xmlns:a16="http://schemas.microsoft.com/office/drawing/2014/main" id="{335B537E-3D0E-FD27-E012-56A4DBF5F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9" name="Freeform 79">
              <a:extLst>
                <a:ext uri="{FF2B5EF4-FFF2-40B4-BE49-F238E27FC236}">
                  <a16:creationId xmlns:a16="http://schemas.microsoft.com/office/drawing/2014/main" id="{D62C73A6-0AF7-3436-0E9A-5438E00DE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0" name="Freeform 80">
              <a:extLst>
                <a:ext uri="{FF2B5EF4-FFF2-40B4-BE49-F238E27FC236}">
                  <a16:creationId xmlns:a16="http://schemas.microsoft.com/office/drawing/2014/main" id="{8F4C422C-751B-B804-03B0-96FB72474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1" name="Freeform 81">
              <a:extLst>
                <a:ext uri="{FF2B5EF4-FFF2-40B4-BE49-F238E27FC236}">
                  <a16:creationId xmlns:a16="http://schemas.microsoft.com/office/drawing/2014/main" id="{AC713F71-99D4-9B58-9270-617586C9B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2" name="Freeform 84">
              <a:extLst>
                <a:ext uri="{FF2B5EF4-FFF2-40B4-BE49-F238E27FC236}">
                  <a16:creationId xmlns:a16="http://schemas.microsoft.com/office/drawing/2014/main" id="{862B6B19-2DAD-E83B-B488-2F7C27CF3F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3" name="Freeform 85">
              <a:extLst>
                <a:ext uri="{FF2B5EF4-FFF2-40B4-BE49-F238E27FC236}">
                  <a16:creationId xmlns:a16="http://schemas.microsoft.com/office/drawing/2014/main" id="{D536554F-3ABF-2D4F-68EE-CD586B6B82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4" name="Freeform 86">
              <a:extLst>
                <a:ext uri="{FF2B5EF4-FFF2-40B4-BE49-F238E27FC236}">
                  <a16:creationId xmlns:a16="http://schemas.microsoft.com/office/drawing/2014/main" id="{1B831FE4-B22D-B6CD-CD48-786A41E7A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5" name="Freeform 87">
              <a:extLst>
                <a:ext uri="{FF2B5EF4-FFF2-40B4-BE49-F238E27FC236}">
                  <a16:creationId xmlns:a16="http://schemas.microsoft.com/office/drawing/2014/main" id="{557B792B-FEA7-BB30-2B5B-38CEBB84B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5879331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6" name="Freeform 88">
              <a:extLst>
                <a:ext uri="{FF2B5EF4-FFF2-40B4-BE49-F238E27FC236}">
                  <a16:creationId xmlns:a16="http://schemas.microsoft.com/office/drawing/2014/main" id="{8411E859-B917-52B6-253E-BD41FF249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7" name="Freeform 89">
              <a:extLst>
                <a:ext uri="{FF2B5EF4-FFF2-40B4-BE49-F238E27FC236}">
                  <a16:creationId xmlns:a16="http://schemas.microsoft.com/office/drawing/2014/main" id="{F5685F7C-FA5F-E3FA-8850-B62DB8518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8" name="Freeform 90">
              <a:extLst>
                <a:ext uri="{FF2B5EF4-FFF2-40B4-BE49-F238E27FC236}">
                  <a16:creationId xmlns:a16="http://schemas.microsoft.com/office/drawing/2014/main" id="{7765B57C-DE0F-6740-3701-F578261C1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9" name="Freeform 91">
              <a:extLst>
                <a:ext uri="{FF2B5EF4-FFF2-40B4-BE49-F238E27FC236}">
                  <a16:creationId xmlns:a16="http://schemas.microsoft.com/office/drawing/2014/main" id="{E7976BA7-8F03-517B-0A17-10C44842655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522857A9-9D46-3DD6-EAF4-F01E61EC552A}"/>
              </a:ext>
            </a:extLst>
          </p:cNvPr>
          <p:cNvGrpSpPr/>
          <p:nvPr userDrawn="1"/>
        </p:nvGrpSpPr>
        <p:grpSpPr>
          <a:xfrm>
            <a:off x="-2267132" y="-2916741"/>
            <a:ext cx="6210663" cy="6849283"/>
            <a:chOff x="4843448" y="0"/>
            <a:chExt cx="6218568" cy="6858000"/>
          </a:xfrm>
        </p:grpSpPr>
        <p:sp>
          <p:nvSpPr>
            <p:cNvPr id="131" name="Freeform 27">
              <a:extLst>
                <a:ext uri="{FF2B5EF4-FFF2-40B4-BE49-F238E27FC236}">
                  <a16:creationId xmlns:a16="http://schemas.microsoft.com/office/drawing/2014/main" id="{0DF23FD0-FF6A-76BC-B3C9-C9AEDE5CD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2" name="Freeform 28">
              <a:extLst>
                <a:ext uri="{FF2B5EF4-FFF2-40B4-BE49-F238E27FC236}">
                  <a16:creationId xmlns:a16="http://schemas.microsoft.com/office/drawing/2014/main" id="{02ADB3A0-AF80-2641-882A-A5654507FA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3" name="Freeform 29">
              <a:extLst>
                <a:ext uri="{FF2B5EF4-FFF2-40B4-BE49-F238E27FC236}">
                  <a16:creationId xmlns:a16="http://schemas.microsoft.com/office/drawing/2014/main" id="{7BC65B29-EDEC-86FC-3019-8449C8E0F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4" name="Freeform 30">
              <a:extLst>
                <a:ext uri="{FF2B5EF4-FFF2-40B4-BE49-F238E27FC236}">
                  <a16:creationId xmlns:a16="http://schemas.microsoft.com/office/drawing/2014/main" id="{C4C0CD61-9261-7610-C2BD-FAD824014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0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5" name="Freeform 31">
              <a:extLst>
                <a:ext uri="{FF2B5EF4-FFF2-40B4-BE49-F238E27FC236}">
                  <a16:creationId xmlns:a16="http://schemas.microsoft.com/office/drawing/2014/main" id="{6B4B4610-A1B5-2367-0C6A-8330F0DB5C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6" name="Freeform 32">
              <a:extLst>
                <a:ext uri="{FF2B5EF4-FFF2-40B4-BE49-F238E27FC236}">
                  <a16:creationId xmlns:a16="http://schemas.microsoft.com/office/drawing/2014/main" id="{1B7B8DAA-679B-BC3F-8C2B-7B51A87F9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7" name="Freeform 33">
              <a:extLst>
                <a:ext uri="{FF2B5EF4-FFF2-40B4-BE49-F238E27FC236}">
                  <a16:creationId xmlns:a16="http://schemas.microsoft.com/office/drawing/2014/main" id="{8C4A91A2-7B07-8F53-DB18-19B2D0FC6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8" name="Freeform 36">
              <a:extLst>
                <a:ext uri="{FF2B5EF4-FFF2-40B4-BE49-F238E27FC236}">
                  <a16:creationId xmlns:a16="http://schemas.microsoft.com/office/drawing/2014/main" id="{BD85BDE0-3F58-C44E-1D8F-C85DFF7679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9" name="Freeform 37">
              <a:extLst>
                <a:ext uri="{FF2B5EF4-FFF2-40B4-BE49-F238E27FC236}">
                  <a16:creationId xmlns:a16="http://schemas.microsoft.com/office/drawing/2014/main" id="{7239D453-8773-0C18-3C29-8DD745B60F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98110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0" name="Freeform 38">
              <a:extLst>
                <a:ext uri="{FF2B5EF4-FFF2-40B4-BE49-F238E27FC236}">
                  <a16:creationId xmlns:a16="http://schemas.microsoft.com/office/drawing/2014/main" id="{F63AE2F0-AB2F-263A-C79A-81F3CE91CE4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1" name="Freeform 39">
              <a:extLst>
                <a:ext uri="{FF2B5EF4-FFF2-40B4-BE49-F238E27FC236}">
                  <a16:creationId xmlns:a16="http://schemas.microsoft.com/office/drawing/2014/main" id="{38B63DD2-C308-CC85-3F5D-12E2F471F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981109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2" name="Freeform 40">
              <a:extLst>
                <a:ext uri="{FF2B5EF4-FFF2-40B4-BE49-F238E27FC236}">
                  <a16:creationId xmlns:a16="http://schemas.microsoft.com/office/drawing/2014/main" id="{602631EF-0209-C194-68D0-2C75E4B9F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3" name="Freeform 41">
              <a:extLst>
                <a:ext uri="{FF2B5EF4-FFF2-40B4-BE49-F238E27FC236}">
                  <a16:creationId xmlns:a16="http://schemas.microsoft.com/office/drawing/2014/main" id="{634A083A-9A04-241D-B77F-9540632999DB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4" name="Freeform 42">
              <a:extLst>
                <a:ext uri="{FF2B5EF4-FFF2-40B4-BE49-F238E27FC236}">
                  <a16:creationId xmlns:a16="http://schemas.microsoft.com/office/drawing/2014/main" id="{30AD0D91-22B1-6F21-55AD-888C4CDE5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97866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5" name="Freeform 43">
              <a:extLst>
                <a:ext uri="{FF2B5EF4-FFF2-40B4-BE49-F238E27FC236}">
                  <a16:creationId xmlns:a16="http://schemas.microsoft.com/office/drawing/2014/main" id="{B8EC30A8-328A-05F0-9059-742537E2E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6" name="Freeform 44">
              <a:extLst>
                <a:ext uri="{FF2B5EF4-FFF2-40B4-BE49-F238E27FC236}">
                  <a16:creationId xmlns:a16="http://schemas.microsoft.com/office/drawing/2014/main" id="{D420C5DE-6397-C0C5-85EB-5F14A970A5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7" name="Freeform 46">
              <a:extLst>
                <a:ext uri="{FF2B5EF4-FFF2-40B4-BE49-F238E27FC236}">
                  <a16:creationId xmlns:a16="http://schemas.microsoft.com/office/drawing/2014/main" id="{05E766AE-5F3B-61FC-0CA4-C70ECCCA01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8" name="Freeform 47">
              <a:extLst>
                <a:ext uri="{FF2B5EF4-FFF2-40B4-BE49-F238E27FC236}">
                  <a16:creationId xmlns:a16="http://schemas.microsoft.com/office/drawing/2014/main" id="{3EA0A7EE-50D7-1825-2CDF-2731160429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9" name="Freeform 48">
              <a:extLst>
                <a:ext uri="{FF2B5EF4-FFF2-40B4-BE49-F238E27FC236}">
                  <a16:creationId xmlns:a16="http://schemas.microsoft.com/office/drawing/2014/main" id="{362593E4-3D41-5523-B180-F734CC745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0" name="Freeform 49">
              <a:extLst>
                <a:ext uri="{FF2B5EF4-FFF2-40B4-BE49-F238E27FC236}">
                  <a16:creationId xmlns:a16="http://schemas.microsoft.com/office/drawing/2014/main" id="{DC44DE59-F268-EE56-F9FF-338042A81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1957336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1" name="Freeform 50">
              <a:extLst>
                <a:ext uri="{FF2B5EF4-FFF2-40B4-BE49-F238E27FC236}">
                  <a16:creationId xmlns:a16="http://schemas.microsoft.com/office/drawing/2014/main" id="{EBB50274-B03E-DBF6-8088-75612D93A96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2" name="Freeform 51">
              <a:extLst>
                <a:ext uri="{FF2B5EF4-FFF2-40B4-BE49-F238E27FC236}">
                  <a16:creationId xmlns:a16="http://schemas.microsoft.com/office/drawing/2014/main" id="{9AA86E97-A706-C8D9-A4B8-73A92E45C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3" name="Freeform 52">
              <a:extLst>
                <a:ext uri="{FF2B5EF4-FFF2-40B4-BE49-F238E27FC236}">
                  <a16:creationId xmlns:a16="http://schemas.microsoft.com/office/drawing/2014/main" id="{23B17F02-2CDD-22EF-E70D-1F0C5BB8D7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4" name="Freeform 53">
              <a:extLst>
                <a:ext uri="{FF2B5EF4-FFF2-40B4-BE49-F238E27FC236}">
                  <a16:creationId xmlns:a16="http://schemas.microsoft.com/office/drawing/2014/main" id="{F47AAD6A-B221-29D1-EBB4-2C973C466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5" name="Freeform 56">
              <a:extLst>
                <a:ext uri="{FF2B5EF4-FFF2-40B4-BE49-F238E27FC236}">
                  <a16:creationId xmlns:a16="http://schemas.microsoft.com/office/drawing/2014/main" id="{FDEFFF89-8163-5FFB-ED22-D213C55D17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6" name="Freeform 57">
              <a:extLst>
                <a:ext uri="{FF2B5EF4-FFF2-40B4-BE49-F238E27FC236}">
                  <a16:creationId xmlns:a16="http://schemas.microsoft.com/office/drawing/2014/main" id="{B7A2E1D2-1235-22E9-45F1-1494106CD0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7" name="Freeform 58">
              <a:extLst>
                <a:ext uri="{FF2B5EF4-FFF2-40B4-BE49-F238E27FC236}">
                  <a16:creationId xmlns:a16="http://schemas.microsoft.com/office/drawing/2014/main" id="{0E89F542-901C-4390-331F-FDDA88C1E4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2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8" name="Freeform 59">
              <a:extLst>
                <a:ext uri="{FF2B5EF4-FFF2-40B4-BE49-F238E27FC236}">
                  <a16:creationId xmlns:a16="http://schemas.microsoft.com/office/drawing/2014/main" id="{72AE2D00-C355-1B76-BCC2-91C3020CB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9" name="Freeform 60">
              <a:extLst>
                <a:ext uri="{FF2B5EF4-FFF2-40B4-BE49-F238E27FC236}">
                  <a16:creationId xmlns:a16="http://schemas.microsoft.com/office/drawing/2014/main" id="{685E1ACE-1E5A-E0ED-97AE-4DDCB3AA5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2936005"/>
              <a:ext cx="1132424" cy="981109"/>
            </a:xfrm>
            <a:custGeom>
              <a:avLst/>
              <a:gdLst>
                <a:gd name="T0" fmla="*/ 464 w 464"/>
                <a:gd name="T1" fmla="*/ 0 h 402"/>
                <a:gd name="T2" fmla="*/ 232 w 464"/>
                <a:gd name="T3" fmla="*/ 402 h 402"/>
                <a:gd name="T4" fmla="*/ 0 w 464"/>
                <a:gd name="T5" fmla="*/ 0 h 402"/>
                <a:gd name="T6" fmla="*/ 464 w 464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464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accent6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0" name="Freeform 61">
              <a:extLst>
                <a:ext uri="{FF2B5EF4-FFF2-40B4-BE49-F238E27FC236}">
                  <a16:creationId xmlns:a16="http://schemas.microsoft.com/office/drawing/2014/main" id="{D51F7365-472E-4FD3-3161-A0437E611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1" name="Freeform 62">
              <a:extLst>
                <a:ext uri="{FF2B5EF4-FFF2-40B4-BE49-F238E27FC236}">
                  <a16:creationId xmlns:a16="http://schemas.microsoft.com/office/drawing/2014/main" id="{8F9CD3D7-5F40-4C0F-D87A-DD584C66B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1">
                <a:lumMod val="7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2" name="Freeform 63">
              <a:extLst>
                <a:ext uri="{FF2B5EF4-FFF2-40B4-BE49-F238E27FC236}">
                  <a16:creationId xmlns:a16="http://schemas.microsoft.com/office/drawing/2014/main" id="{1C0C4345-3712-B516-BAB4-AB475BB2444E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3" name="Freeform 65">
              <a:extLst>
                <a:ext uri="{FF2B5EF4-FFF2-40B4-BE49-F238E27FC236}">
                  <a16:creationId xmlns:a16="http://schemas.microsoft.com/office/drawing/2014/main" id="{594D7FD6-3EDF-A624-AFE8-1E8991B1A6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4" name="Freeform 66">
              <a:extLst>
                <a:ext uri="{FF2B5EF4-FFF2-40B4-BE49-F238E27FC236}">
                  <a16:creationId xmlns:a16="http://schemas.microsoft.com/office/drawing/2014/main" id="{B875A70F-904F-7C2C-B319-3D0DCB37D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1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1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5" name="Freeform 67">
              <a:extLst>
                <a:ext uri="{FF2B5EF4-FFF2-40B4-BE49-F238E27FC236}">
                  <a16:creationId xmlns:a16="http://schemas.microsoft.com/office/drawing/2014/main" id="{73859F30-D69E-18DB-F9FE-3617F3099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3917114"/>
              <a:ext cx="1132424" cy="983550"/>
            </a:xfrm>
            <a:custGeom>
              <a:avLst/>
              <a:gdLst>
                <a:gd name="T0" fmla="*/ 0 w 464"/>
                <a:gd name="T1" fmla="*/ 403 h 403"/>
                <a:gd name="T2" fmla="*/ 232 w 464"/>
                <a:gd name="T3" fmla="*/ 0 h 403"/>
                <a:gd name="T4" fmla="*/ 464 w 464"/>
                <a:gd name="T5" fmla="*/ 403 h 403"/>
                <a:gd name="T6" fmla="*/ 0 w 464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0" y="403"/>
                  </a:moveTo>
                  <a:lnTo>
                    <a:pt x="232" y="0"/>
                  </a:lnTo>
                  <a:lnTo>
                    <a:pt x="464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6" name="Freeform 68">
              <a:extLst>
                <a:ext uri="{FF2B5EF4-FFF2-40B4-BE49-F238E27FC236}">
                  <a16:creationId xmlns:a16="http://schemas.microsoft.com/office/drawing/2014/main" id="{4524424F-195E-C6FE-6121-685CDC86E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2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7" name="Freeform 69">
              <a:extLst>
                <a:ext uri="{FF2B5EF4-FFF2-40B4-BE49-F238E27FC236}">
                  <a16:creationId xmlns:a16="http://schemas.microsoft.com/office/drawing/2014/main" id="{AC9F519A-2EB7-B989-B695-351B26954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1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1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8" name="Freeform 70">
              <a:extLst>
                <a:ext uri="{FF2B5EF4-FFF2-40B4-BE49-F238E27FC236}">
                  <a16:creationId xmlns:a16="http://schemas.microsoft.com/office/drawing/2014/main" id="{34BA44A9-7D7E-209E-8E70-83F84E1B4C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9" name="Freeform 71">
              <a:extLst>
                <a:ext uri="{FF2B5EF4-FFF2-40B4-BE49-F238E27FC236}">
                  <a16:creationId xmlns:a16="http://schemas.microsoft.com/office/drawing/2014/main" id="{BBAD8BDF-69AC-C25F-4CE0-C1E2579EB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2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2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70" name="Freeform 74">
              <a:extLst>
                <a:ext uri="{FF2B5EF4-FFF2-40B4-BE49-F238E27FC236}">
                  <a16:creationId xmlns:a16="http://schemas.microsoft.com/office/drawing/2014/main" id="{D06C5D7F-40DC-5C31-F2B9-1BA4D525C7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71" name="Freeform 75">
              <a:extLst>
                <a:ext uri="{FF2B5EF4-FFF2-40B4-BE49-F238E27FC236}">
                  <a16:creationId xmlns:a16="http://schemas.microsoft.com/office/drawing/2014/main" id="{6A6E96F6-DE72-C947-4537-A79A4581D3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4900662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72" name="Freeform 76">
              <a:extLst>
                <a:ext uri="{FF2B5EF4-FFF2-40B4-BE49-F238E27FC236}">
                  <a16:creationId xmlns:a16="http://schemas.microsoft.com/office/drawing/2014/main" id="{79F551B0-4D80-2CAD-B4BA-FE8F5FB6AB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73" name="Freeform 77">
              <a:extLst>
                <a:ext uri="{FF2B5EF4-FFF2-40B4-BE49-F238E27FC236}">
                  <a16:creationId xmlns:a16="http://schemas.microsoft.com/office/drawing/2014/main" id="{F7F66C96-4943-C927-C4C1-BF2B1997C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74" name="Freeform 78">
              <a:extLst>
                <a:ext uri="{FF2B5EF4-FFF2-40B4-BE49-F238E27FC236}">
                  <a16:creationId xmlns:a16="http://schemas.microsoft.com/office/drawing/2014/main" id="{D8718EFD-07EE-159D-F013-8EDB8532F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3466" y="390607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75" name="Freeform 79">
              <a:extLst>
                <a:ext uri="{FF2B5EF4-FFF2-40B4-BE49-F238E27FC236}">
                  <a16:creationId xmlns:a16="http://schemas.microsoft.com/office/drawing/2014/main" id="{2CBE3C3D-1BF4-C35A-2063-010ABF7C8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76" name="Freeform 80">
              <a:extLst>
                <a:ext uri="{FF2B5EF4-FFF2-40B4-BE49-F238E27FC236}">
                  <a16:creationId xmlns:a16="http://schemas.microsoft.com/office/drawing/2014/main" id="{13CE585C-0C49-DC20-8DEB-B467CA461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77" name="Freeform 81">
              <a:extLst>
                <a:ext uri="{FF2B5EF4-FFF2-40B4-BE49-F238E27FC236}">
                  <a16:creationId xmlns:a16="http://schemas.microsoft.com/office/drawing/2014/main" id="{0AA62D5E-1B62-D3B1-595F-2178B67B3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78" name="Freeform 84">
              <a:extLst>
                <a:ext uri="{FF2B5EF4-FFF2-40B4-BE49-F238E27FC236}">
                  <a16:creationId xmlns:a16="http://schemas.microsoft.com/office/drawing/2014/main" id="{11F7B588-08EF-E26F-AAFC-47EF5E3EA6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79" name="Freeform 85">
              <a:extLst>
                <a:ext uri="{FF2B5EF4-FFF2-40B4-BE49-F238E27FC236}">
                  <a16:creationId xmlns:a16="http://schemas.microsoft.com/office/drawing/2014/main" id="{EA3C42FE-7243-8540-FFA7-CDF6BCEA59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80" name="Freeform 86">
              <a:extLst>
                <a:ext uri="{FF2B5EF4-FFF2-40B4-BE49-F238E27FC236}">
                  <a16:creationId xmlns:a16="http://schemas.microsoft.com/office/drawing/2014/main" id="{FFB93EDF-DC72-838C-5559-BE3A6A0A6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81" name="Freeform 87">
              <a:extLst>
                <a:ext uri="{FF2B5EF4-FFF2-40B4-BE49-F238E27FC236}">
                  <a16:creationId xmlns:a16="http://schemas.microsoft.com/office/drawing/2014/main" id="{9AA5EF22-F19F-9BF9-A08A-DABA9BC71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5879331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82" name="Freeform 88">
              <a:extLst>
                <a:ext uri="{FF2B5EF4-FFF2-40B4-BE49-F238E27FC236}">
                  <a16:creationId xmlns:a16="http://schemas.microsoft.com/office/drawing/2014/main" id="{AD50DE5E-EE25-1719-5729-3433FECB429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83" name="Freeform 89">
              <a:extLst>
                <a:ext uri="{FF2B5EF4-FFF2-40B4-BE49-F238E27FC236}">
                  <a16:creationId xmlns:a16="http://schemas.microsoft.com/office/drawing/2014/main" id="{C7B47AFF-8451-F58D-0E10-71E415707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84" name="Freeform 90">
              <a:extLst>
                <a:ext uri="{FF2B5EF4-FFF2-40B4-BE49-F238E27FC236}">
                  <a16:creationId xmlns:a16="http://schemas.microsoft.com/office/drawing/2014/main" id="{6B37B8CC-6467-0809-C5C6-380DDA7D3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85" name="Freeform 91">
              <a:extLst>
                <a:ext uri="{FF2B5EF4-FFF2-40B4-BE49-F238E27FC236}">
                  <a16:creationId xmlns:a16="http://schemas.microsoft.com/office/drawing/2014/main" id="{737E2CE2-F1AD-66C7-5498-25D451215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</p:grpSp>
    </p:spTree>
    <p:extLst>
      <p:ext uri="{BB962C8B-B14F-4D97-AF65-F5344CB8AC3E}">
        <p14:creationId xmlns:p14="http://schemas.microsoft.com/office/powerpoint/2010/main" val="1740036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A822F-FDD8-5B49-FEB5-4F5C34CB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5553E-EB28-EE31-4CF5-CC7C249CD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E1DC61B-9E3E-7524-3C86-D4614BBDA874}"/>
              </a:ext>
            </a:extLst>
          </p:cNvPr>
          <p:cNvGrpSpPr/>
          <p:nvPr userDrawn="1"/>
        </p:nvGrpSpPr>
        <p:grpSpPr>
          <a:xfrm>
            <a:off x="8868228" y="4885517"/>
            <a:ext cx="6210663" cy="6849283"/>
            <a:chOff x="4843448" y="0"/>
            <a:chExt cx="6218568" cy="6858000"/>
          </a:xfrm>
        </p:grpSpPr>
        <p:sp>
          <p:nvSpPr>
            <p:cNvPr id="8" name="Freeform 27">
              <a:extLst>
                <a:ext uri="{FF2B5EF4-FFF2-40B4-BE49-F238E27FC236}">
                  <a16:creationId xmlns:a16="http://schemas.microsoft.com/office/drawing/2014/main" id="{13DD5F75-E639-C4F7-C6CA-695FB9AB8B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" name="Freeform 28">
              <a:extLst>
                <a:ext uri="{FF2B5EF4-FFF2-40B4-BE49-F238E27FC236}">
                  <a16:creationId xmlns:a16="http://schemas.microsoft.com/office/drawing/2014/main" id="{CB81B881-5C57-F2F9-6EB7-4AD537D8B6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" name="Freeform 29">
              <a:extLst>
                <a:ext uri="{FF2B5EF4-FFF2-40B4-BE49-F238E27FC236}">
                  <a16:creationId xmlns:a16="http://schemas.microsoft.com/office/drawing/2014/main" id="{D8328D1F-E219-9EC7-5123-908A05B07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7030A0">
                <a:alpha val="1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" name="Freeform 30">
              <a:extLst>
                <a:ext uri="{FF2B5EF4-FFF2-40B4-BE49-F238E27FC236}">
                  <a16:creationId xmlns:a16="http://schemas.microsoft.com/office/drawing/2014/main" id="{393B1C07-49BC-4EBD-BF5C-F68CDE344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0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" name="Freeform 31">
              <a:extLst>
                <a:ext uri="{FF2B5EF4-FFF2-40B4-BE49-F238E27FC236}">
                  <a16:creationId xmlns:a16="http://schemas.microsoft.com/office/drawing/2014/main" id="{B20BD25D-9099-9F38-E23F-22A916FFE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" name="Freeform 32">
              <a:extLst>
                <a:ext uri="{FF2B5EF4-FFF2-40B4-BE49-F238E27FC236}">
                  <a16:creationId xmlns:a16="http://schemas.microsoft.com/office/drawing/2014/main" id="{A95F8895-D52D-7572-61A4-6DF3A0F94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" name="Freeform 33">
              <a:extLst>
                <a:ext uri="{FF2B5EF4-FFF2-40B4-BE49-F238E27FC236}">
                  <a16:creationId xmlns:a16="http://schemas.microsoft.com/office/drawing/2014/main" id="{6355CF9F-A8D3-59D6-CB4C-3D4CB4454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" name="Freeform 36">
              <a:extLst>
                <a:ext uri="{FF2B5EF4-FFF2-40B4-BE49-F238E27FC236}">
                  <a16:creationId xmlns:a16="http://schemas.microsoft.com/office/drawing/2014/main" id="{9942C741-6EA5-3E30-8703-E6056D8A0D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" name="Freeform 37">
              <a:extLst>
                <a:ext uri="{FF2B5EF4-FFF2-40B4-BE49-F238E27FC236}">
                  <a16:creationId xmlns:a16="http://schemas.microsoft.com/office/drawing/2014/main" id="{EF84F402-4EB5-FBC2-B48B-7019D93CF5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98110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7" name="Freeform 38">
              <a:extLst>
                <a:ext uri="{FF2B5EF4-FFF2-40B4-BE49-F238E27FC236}">
                  <a16:creationId xmlns:a16="http://schemas.microsoft.com/office/drawing/2014/main" id="{2BFC6697-5216-D1AA-D4D2-206DFA69E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DA33FC98-AFC2-1CEF-1374-83EFD76B9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981109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accent6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9" name="Freeform 40">
              <a:extLst>
                <a:ext uri="{FF2B5EF4-FFF2-40B4-BE49-F238E27FC236}">
                  <a16:creationId xmlns:a16="http://schemas.microsoft.com/office/drawing/2014/main" id="{710DE5E5-E96A-C164-50A0-44E9501CA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0" name="Freeform 41">
              <a:extLst>
                <a:ext uri="{FF2B5EF4-FFF2-40B4-BE49-F238E27FC236}">
                  <a16:creationId xmlns:a16="http://schemas.microsoft.com/office/drawing/2014/main" id="{A9E51D4F-C120-067E-F5B7-BC971814D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1" name="Freeform 42">
              <a:extLst>
                <a:ext uri="{FF2B5EF4-FFF2-40B4-BE49-F238E27FC236}">
                  <a16:creationId xmlns:a16="http://schemas.microsoft.com/office/drawing/2014/main" id="{7204FDA4-6F75-18EF-4F4F-CE8ABEF00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97866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2" name="Freeform 43">
              <a:extLst>
                <a:ext uri="{FF2B5EF4-FFF2-40B4-BE49-F238E27FC236}">
                  <a16:creationId xmlns:a16="http://schemas.microsoft.com/office/drawing/2014/main" id="{6D36C4D9-F21A-CF5E-1F7A-E8F4F99C1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3" name="Freeform 44">
              <a:extLst>
                <a:ext uri="{FF2B5EF4-FFF2-40B4-BE49-F238E27FC236}">
                  <a16:creationId xmlns:a16="http://schemas.microsoft.com/office/drawing/2014/main" id="{C9AB4C8C-E6DB-A200-8B3B-9C2E2BBE0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4" name="Freeform 46">
              <a:extLst>
                <a:ext uri="{FF2B5EF4-FFF2-40B4-BE49-F238E27FC236}">
                  <a16:creationId xmlns:a16="http://schemas.microsoft.com/office/drawing/2014/main" id="{80824CB0-9AFE-281C-DE79-B1649DA9C0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5" name="Freeform 47">
              <a:extLst>
                <a:ext uri="{FF2B5EF4-FFF2-40B4-BE49-F238E27FC236}">
                  <a16:creationId xmlns:a16="http://schemas.microsoft.com/office/drawing/2014/main" id="{F31D9E60-9CA2-2CEA-E27F-5EAFE2A217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6" name="Freeform 48">
              <a:extLst>
                <a:ext uri="{FF2B5EF4-FFF2-40B4-BE49-F238E27FC236}">
                  <a16:creationId xmlns:a16="http://schemas.microsoft.com/office/drawing/2014/main" id="{BC1494F7-15C9-B5A5-83F3-ED9B7C8CA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7" name="Freeform 49">
              <a:extLst>
                <a:ext uri="{FF2B5EF4-FFF2-40B4-BE49-F238E27FC236}">
                  <a16:creationId xmlns:a16="http://schemas.microsoft.com/office/drawing/2014/main" id="{1913FE4F-9F28-E373-0458-73A2CF944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1957336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8" name="Freeform 50">
              <a:extLst>
                <a:ext uri="{FF2B5EF4-FFF2-40B4-BE49-F238E27FC236}">
                  <a16:creationId xmlns:a16="http://schemas.microsoft.com/office/drawing/2014/main" id="{83AB2D1B-9AF4-60C2-87D9-983E4E3C5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9" name="Freeform 51">
              <a:extLst>
                <a:ext uri="{FF2B5EF4-FFF2-40B4-BE49-F238E27FC236}">
                  <a16:creationId xmlns:a16="http://schemas.microsoft.com/office/drawing/2014/main" id="{C7DB0BCC-6B49-6BB3-014F-37E24B764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506" y="996324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0" name="Freeform 52">
              <a:extLst>
                <a:ext uri="{FF2B5EF4-FFF2-40B4-BE49-F238E27FC236}">
                  <a16:creationId xmlns:a16="http://schemas.microsoft.com/office/drawing/2014/main" id="{767A8522-3EA5-D9F0-4713-0CE9E0368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1" name="Freeform 53">
              <a:extLst>
                <a:ext uri="{FF2B5EF4-FFF2-40B4-BE49-F238E27FC236}">
                  <a16:creationId xmlns:a16="http://schemas.microsoft.com/office/drawing/2014/main" id="{BCDF2F52-0446-0806-4310-E9E88100A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2" name="Freeform 56">
              <a:extLst>
                <a:ext uri="{FF2B5EF4-FFF2-40B4-BE49-F238E27FC236}">
                  <a16:creationId xmlns:a16="http://schemas.microsoft.com/office/drawing/2014/main" id="{F24DFB7D-D81D-358D-D73D-446A7AA4D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3" name="Freeform 57">
              <a:extLst>
                <a:ext uri="{FF2B5EF4-FFF2-40B4-BE49-F238E27FC236}">
                  <a16:creationId xmlns:a16="http://schemas.microsoft.com/office/drawing/2014/main" id="{0D2D14D1-C6D7-B6BE-F3C9-3CE3308A69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4" name="Freeform 58">
              <a:extLst>
                <a:ext uri="{FF2B5EF4-FFF2-40B4-BE49-F238E27FC236}">
                  <a16:creationId xmlns:a16="http://schemas.microsoft.com/office/drawing/2014/main" id="{4E94AC1D-B1D8-B2AA-BD8F-853337B7D0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2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5" name="Freeform 59">
              <a:extLst>
                <a:ext uri="{FF2B5EF4-FFF2-40B4-BE49-F238E27FC236}">
                  <a16:creationId xmlns:a16="http://schemas.microsoft.com/office/drawing/2014/main" id="{CBB48D0B-A9EB-4376-B4D8-1FF492464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6" name="Freeform 60">
              <a:extLst>
                <a:ext uri="{FF2B5EF4-FFF2-40B4-BE49-F238E27FC236}">
                  <a16:creationId xmlns:a16="http://schemas.microsoft.com/office/drawing/2014/main" id="{8EB97FFE-26B4-20DB-7477-B166AA8FA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2936005"/>
              <a:ext cx="1132424" cy="981109"/>
            </a:xfrm>
            <a:custGeom>
              <a:avLst/>
              <a:gdLst>
                <a:gd name="T0" fmla="*/ 464 w 464"/>
                <a:gd name="T1" fmla="*/ 0 h 402"/>
                <a:gd name="T2" fmla="*/ 232 w 464"/>
                <a:gd name="T3" fmla="*/ 402 h 402"/>
                <a:gd name="T4" fmla="*/ 0 w 464"/>
                <a:gd name="T5" fmla="*/ 0 h 402"/>
                <a:gd name="T6" fmla="*/ 464 w 464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464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7" name="Freeform 61">
              <a:extLst>
                <a:ext uri="{FF2B5EF4-FFF2-40B4-BE49-F238E27FC236}">
                  <a16:creationId xmlns:a16="http://schemas.microsoft.com/office/drawing/2014/main" id="{DDD18593-94F3-BBD8-F95D-13766C8DD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8" name="Freeform 62">
              <a:extLst>
                <a:ext uri="{FF2B5EF4-FFF2-40B4-BE49-F238E27FC236}">
                  <a16:creationId xmlns:a16="http://schemas.microsoft.com/office/drawing/2014/main" id="{FD7E7FE6-5910-36C5-C980-9E996C9DE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9" name="Freeform 63">
              <a:extLst>
                <a:ext uri="{FF2B5EF4-FFF2-40B4-BE49-F238E27FC236}">
                  <a16:creationId xmlns:a16="http://schemas.microsoft.com/office/drawing/2014/main" id="{00D52A13-BA42-99E2-6113-8A8F3D3F3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0" name="Freeform 65">
              <a:extLst>
                <a:ext uri="{FF2B5EF4-FFF2-40B4-BE49-F238E27FC236}">
                  <a16:creationId xmlns:a16="http://schemas.microsoft.com/office/drawing/2014/main" id="{998CF0F4-CAE0-70BC-C8F2-46F0A52825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1" name="Freeform 66">
              <a:extLst>
                <a:ext uri="{FF2B5EF4-FFF2-40B4-BE49-F238E27FC236}">
                  <a16:creationId xmlns:a16="http://schemas.microsoft.com/office/drawing/2014/main" id="{67552C79-015E-4E5C-F4CF-24F84EF87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1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1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2" name="Freeform 67">
              <a:extLst>
                <a:ext uri="{FF2B5EF4-FFF2-40B4-BE49-F238E27FC236}">
                  <a16:creationId xmlns:a16="http://schemas.microsoft.com/office/drawing/2014/main" id="{AD6CA306-AF99-FA45-C8D3-4BFA205FC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3917114"/>
              <a:ext cx="1132424" cy="983550"/>
            </a:xfrm>
            <a:custGeom>
              <a:avLst/>
              <a:gdLst>
                <a:gd name="T0" fmla="*/ 0 w 464"/>
                <a:gd name="T1" fmla="*/ 403 h 403"/>
                <a:gd name="T2" fmla="*/ 232 w 464"/>
                <a:gd name="T3" fmla="*/ 0 h 403"/>
                <a:gd name="T4" fmla="*/ 464 w 464"/>
                <a:gd name="T5" fmla="*/ 403 h 403"/>
                <a:gd name="T6" fmla="*/ 0 w 464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0" y="403"/>
                  </a:moveTo>
                  <a:lnTo>
                    <a:pt x="232" y="0"/>
                  </a:lnTo>
                  <a:lnTo>
                    <a:pt x="464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3" name="Freeform 68">
              <a:extLst>
                <a:ext uri="{FF2B5EF4-FFF2-40B4-BE49-F238E27FC236}">
                  <a16:creationId xmlns:a16="http://schemas.microsoft.com/office/drawing/2014/main" id="{7B5FC6DF-E68E-57BA-1C18-78AFEE603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2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4" name="Freeform 69">
              <a:extLst>
                <a:ext uri="{FF2B5EF4-FFF2-40B4-BE49-F238E27FC236}">
                  <a16:creationId xmlns:a16="http://schemas.microsoft.com/office/drawing/2014/main" id="{3DB12112-88D4-09D3-C5D8-71E47C0CC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1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1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5" name="Freeform 70">
              <a:extLst>
                <a:ext uri="{FF2B5EF4-FFF2-40B4-BE49-F238E27FC236}">
                  <a16:creationId xmlns:a16="http://schemas.microsoft.com/office/drawing/2014/main" id="{C3049857-D9B6-34C4-1EC0-762B9DDA3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6" name="Freeform 71">
              <a:extLst>
                <a:ext uri="{FF2B5EF4-FFF2-40B4-BE49-F238E27FC236}">
                  <a16:creationId xmlns:a16="http://schemas.microsoft.com/office/drawing/2014/main" id="{BD44BF28-7F7E-6551-E4B8-C2F580B55CA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2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2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7" name="Freeform 74">
              <a:extLst>
                <a:ext uri="{FF2B5EF4-FFF2-40B4-BE49-F238E27FC236}">
                  <a16:creationId xmlns:a16="http://schemas.microsoft.com/office/drawing/2014/main" id="{5AEF28AE-7D5D-85A5-39DB-79EE1635FC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8" name="Freeform 75">
              <a:extLst>
                <a:ext uri="{FF2B5EF4-FFF2-40B4-BE49-F238E27FC236}">
                  <a16:creationId xmlns:a16="http://schemas.microsoft.com/office/drawing/2014/main" id="{7930906A-2B58-4B44-E255-993B54207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4900662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9" name="Freeform 76">
              <a:extLst>
                <a:ext uri="{FF2B5EF4-FFF2-40B4-BE49-F238E27FC236}">
                  <a16:creationId xmlns:a16="http://schemas.microsoft.com/office/drawing/2014/main" id="{98BE0372-BA9D-F40A-C717-0D843E40AB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0" name="Freeform 77">
              <a:extLst>
                <a:ext uri="{FF2B5EF4-FFF2-40B4-BE49-F238E27FC236}">
                  <a16:creationId xmlns:a16="http://schemas.microsoft.com/office/drawing/2014/main" id="{13AE8004-F90F-848B-D690-48E6DFE985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1" name="Freeform 78">
              <a:extLst>
                <a:ext uri="{FF2B5EF4-FFF2-40B4-BE49-F238E27FC236}">
                  <a16:creationId xmlns:a16="http://schemas.microsoft.com/office/drawing/2014/main" id="{A9200EF8-3B75-9A8E-062F-D610967DE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2" name="Freeform 79">
              <a:extLst>
                <a:ext uri="{FF2B5EF4-FFF2-40B4-BE49-F238E27FC236}">
                  <a16:creationId xmlns:a16="http://schemas.microsoft.com/office/drawing/2014/main" id="{365434A0-9746-724A-72CD-F40A59810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3" name="Freeform 80">
              <a:extLst>
                <a:ext uri="{FF2B5EF4-FFF2-40B4-BE49-F238E27FC236}">
                  <a16:creationId xmlns:a16="http://schemas.microsoft.com/office/drawing/2014/main" id="{FB80F896-DD51-75BD-40E3-898EF98CF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4" name="Freeform 81">
              <a:extLst>
                <a:ext uri="{FF2B5EF4-FFF2-40B4-BE49-F238E27FC236}">
                  <a16:creationId xmlns:a16="http://schemas.microsoft.com/office/drawing/2014/main" id="{C3807F6A-9B34-310B-117D-233388503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5" name="Freeform 84">
              <a:extLst>
                <a:ext uri="{FF2B5EF4-FFF2-40B4-BE49-F238E27FC236}">
                  <a16:creationId xmlns:a16="http://schemas.microsoft.com/office/drawing/2014/main" id="{492B1F56-1472-340D-21E4-9B842FED9B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6" name="Freeform 85">
              <a:extLst>
                <a:ext uri="{FF2B5EF4-FFF2-40B4-BE49-F238E27FC236}">
                  <a16:creationId xmlns:a16="http://schemas.microsoft.com/office/drawing/2014/main" id="{8E3EECCD-15E4-3A7C-3E14-004BD3B64C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7" name="Freeform 86">
              <a:extLst>
                <a:ext uri="{FF2B5EF4-FFF2-40B4-BE49-F238E27FC236}">
                  <a16:creationId xmlns:a16="http://schemas.microsoft.com/office/drawing/2014/main" id="{69BFBAF0-74D3-B9CD-6104-D67A7D74F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8" name="Freeform 87">
              <a:extLst>
                <a:ext uri="{FF2B5EF4-FFF2-40B4-BE49-F238E27FC236}">
                  <a16:creationId xmlns:a16="http://schemas.microsoft.com/office/drawing/2014/main" id="{D5E05A5A-8F18-0959-27CB-C505F2F5C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5879331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9" name="Freeform 88">
              <a:extLst>
                <a:ext uri="{FF2B5EF4-FFF2-40B4-BE49-F238E27FC236}">
                  <a16:creationId xmlns:a16="http://schemas.microsoft.com/office/drawing/2014/main" id="{A4231CF4-419F-F863-7E94-F90D23ADF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0" name="Freeform 89">
              <a:extLst>
                <a:ext uri="{FF2B5EF4-FFF2-40B4-BE49-F238E27FC236}">
                  <a16:creationId xmlns:a16="http://schemas.microsoft.com/office/drawing/2014/main" id="{48C18A37-6FA6-DA3C-34C7-99CB97F35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1" name="Freeform 90">
              <a:extLst>
                <a:ext uri="{FF2B5EF4-FFF2-40B4-BE49-F238E27FC236}">
                  <a16:creationId xmlns:a16="http://schemas.microsoft.com/office/drawing/2014/main" id="{220AE9B9-81BA-EA73-8605-5F6FDB5D1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2" name="Freeform 91">
              <a:extLst>
                <a:ext uri="{FF2B5EF4-FFF2-40B4-BE49-F238E27FC236}">
                  <a16:creationId xmlns:a16="http://schemas.microsoft.com/office/drawing/2014/main" id="{A86ED7ED-8BEF-38F5-9B96-53379492BE4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85962D5-3F00-95D4-4F0F-AE99E4F921D3}"/>
              </a:ext>
            </a:extLst>
          </p:cNvPr>
          <p:cNvGrpSpPr/>
          <p:nvPr userDrawn="1"/>
        </p:nvGrpSpPr>
        <p:grpSpPr>
          <a:xfrm>
            <a:off x="-2267132" y="-2916741"/>
            <a:ext cx="6210663" cy="6849283"/>
            <a:chOff x="4843448" y="0"/>
            <a:chExt cx="6218568" cy="6858000"/>
          </a:xfrm>
        </p:grpSpPr>
        <p:sp>
          <p:nvSpPr>
            <p:cNvPr id="64" name="Freeform 27">
              <a:extLst>
                <a:ext uri="{FF2B5EF4-FFF2-40B4-BE49-F238E27FC236}">
                  <a16:creationId xmlns:a16="http://schemas.microsoft.com/office/drawing/2014/main" id="{99AE76F1-DBB0-E324-2C36-3284B722EC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5" name="Freeform 28">
              <a:extLst>
                <a:ext uri="{FF2B5EF4-FFF2-40B4-BE49-F238E27FC236}">
                  <a16:creationId xmlns:a16="http://schemas.microsoft.com/office/drawing/2014/main" id="{420F4085-40F7-6BF3-BA6C-A41E8BD07A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6" name="Freeform 29">
              <a:extLst>
                <a:ext uri="{FF2B5EF4-FFF2-40B4-BE49-F238E27FC236}">
                  <a16:creationId xmlns:a16="http://schemas.microsoft.com/office/drawing/2014/main" id="{30D29B7C-A509-784A-BF65-4CB1327BB2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7" name="Freeform 30">
              <a:extLst>
                <a:ext uri="{FF2B5EF4-FFF2-40B4-BE49-F238E27FC236}">
                  <a16:creationId xmlns:a16="http://schemas.microsoft.com/office/drawing/2014/main" id="{B92EBC7F-4958-4C0B-48BF-99A93A4F0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0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8" name="Freeform 31">
              <a:extLst>
                <a:ext uri="{FF2B5EF4-FFF2-40B4-BE49-F238E27FC236}">
                  <a16:creationId xmlns:a16="http://schemas.microsoft.com/office/drawing/2014/main" id="{F566D70B-1BA0-59FE-CBE3-F1E4BD96D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9" name="Freeform 32">
              <a:extLst>
                <a:ext uri="{FF2B5EF4-FFF2-40B4-BE49-F238E27FC236}">
                  <a16:creationId xmlns:a16="http://schemas.microsoft.com/office/drawing/2014/main" id="{379B1194-5300-EE6B-CCEE-957CA89D1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0" name="Freeform 33">
              <a:extLst>
                <a:ext uri="{FF2B5EF4-FFF2-40B4-BE49-F238E27FC236}">
                  <a16:creationId xmlns:a16="http://schemas.microsoft.com/office/drawing/2014/main" id="{36E53824-013E-DADF-CFB5-2543B782F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99B24388-51A4-4D41-B04E-8CE81CAE62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94DFA68F-E357-6CDE-461D-6E59C5DE9B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98110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A602C513-5155-C1BB-3B3F-7C6A9E7AA1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4" name="Freeform 39">
              <a:extLst>
                <a:ext uri="{FF2B5EF4-FFF2-40B4-BE49-F238E27FC236}">
                  <a16:creationId xmlns:a16="http://schemas.microsoft.com/office/drawing/2014/main" id="{263D9035-B5C8-6F2C-936D-8408F41FD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981109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5" name="Freeform 40">
              <a:extLst>
                <a:ext uri="{FF2B5EF4-FFF2-40B4-BE49-F238E27FC236}">
                  <a16:creationId xmlns:a16="http://schemas.microsoft.com/office/drawing/2014/main" id="{AA230DFC-6D77-AE82-5214-1BCF3E33F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6" name="Freeform 41">
              <a:extLst>
                <a:ext uri="{FF2B5EF4-FFF2-40B4-BE49-F238E27FC236}">
                  <a16:creationId xmlns:a16="http://schemas.microsoft.com/office/drawing/2014/main" id="{09E8864D-B9D1-360F-B239-406A221B9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7" name="Freeform 42">
              <a:extLst>
                <a:ext uri="{FF2B5EF4-FFF2-40B4-BE49-F238E27FC236}">
                  <a16:creationId xmlns:a16="http://schemas.microsoft.com/office/drawing/2014/main" id="{4F756CCD-1C60-9EEE-0425-75FFBC6B0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97866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8" name="Freeform 43">
              <a:extLst>
                <a:ext uri="{FF2B5EF4-FFF2-40B4-BE49-F238E27FC236}">
                  <a16:creationId xmlns:a16="http://schemas.microsoft.com/office/drawing/2014/main" id="{84E7B893-3085-B6C1-133E-548FD7F43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9" name="Freeform 44">
              <a:extLst>
                <a:ext uri="{FF2B5EF4-FFF2-40B4-BE49-F238E27FC236}">
                  <a16:creationId xmlns:a16="http://schemas.microsoft.com/office/drawing/2014/main" id="{AF6ED9D9-6858-2451-58EE-3A3858443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0" name="Freeform 46">
              <a:extLst>
                <a:ext uri="{FF2B5EF4-FFF2-40B4-BE49-F238E27FC236}">
                  <a16:creationId xmlns:a16="http://schemas.microsoft.com/office/drawing/2014/main" id="{3E339036-7847-5059-DD25-1619D2F0A6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1" name="Freeform 47">
              <a:extLst>
                <a:ext uri="{FF2B5EF4-FFF2-40B4-BE49-F238E27FC236}">
                  <a16:creationId xmlns:a16="http://schemas.microsoft.com/office/drawing/2014/main" id="{5CFAE090-FE76-CD05-9469-F9B4D8611A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2" name="Freeform 48">
              <a:extLst>
                <a:ext uri="{FF2B5EF4-FFF2-40B4-BE49-F238E27FC236}">
                  <a16:creationId xmlns:a16="http://schemas.microsoft.com/office/drawing/2014/main" id="{5D50B38F-BFC6-100A-18AC-4C5167887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3" name="Freeform 49">
              <a:extLst>
                <a:ext uri="{FF2B5EF4-FFF2-40B4-BE49-F238E27FC236}">
                  <a16:creationId xmlns:a16="http://schemas.microsoft.com/office/drawing/2014/main" id="{03841610-687B-A85A-85B5-479FE28A1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1957336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4" name="Freeform 50">
              <a:extLst>
                <a:ext uri="{FF2B5EF4-FFF2-40B4-BE49-F238E27FC236}">
                  <a16:creationId xmlns:a16="http://schemas.microsoft.com/office/drawing/2014/main" id="{03726740-E87D-D78A-6843-EF4E625FEF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5" name="Freeform 51">
              <a:extLst>
                <a:ext uri="{FF2B5EF4-FFF2-40B4-BE49-F238E27FC236}">
                  <a16:creationId xmlns:a16="http://schemas.microsoft.com/office/drawing/2014/main" id="{AA634A7D-918D-7158-4264-D20905166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6" name="Freeform 52">
              <a:extLst>
                <a:ext uri="{FF2B5EF4-FFF2-40B4-BE49-F238E27FC236}">
                  <a16:creationId xmlns:a16="http://schemas.microsoft.com/office/drawing/2014/main" id="{0A6B2A8D-EFC9-71D4-39AE-A098F3869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7" name="Freeform 53">
              <a:extLst>
                <a:ext uri="{FF2B5EF4-FFF2-40B4-BE49-F238E27FC236}">
                  <a16:creationId xmlns:a16="http://schemas.microsoft.com/office/drawing/2014/main" id="{D44D1D6A-AEAE-BECA-10F2-0B3924017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8" name="Freeform 56">
              <a:extLst>
                <a:ext uri="{FF2B5EF4-FFF2-40B4-BE49-F238E27FC236}">
                  <a16:creationId xmlns:a16="http://schemas.microsoft.com/office/drawing/2014/main" id="{B66BD0B3-577A-FE5F-6F79-BBBE6DAAFA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9" name="Freeform 57">
              <a:extLst>
                <a:ext uri="{FF2B5EF4-FFF2-40B4-BE49-F238E27FC236}">
                  <a16:creationId xmlns:a16="http://schemas.microsoft.com/office/drawing/2014/main" id="{B87D2561-50C9-CB1E-5B64-405CC5E543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0" name="Freeform 58">
              <a:extLst>
                <a:ext uri="{FF2B5EF4-FFF2-40B4-BE49-F238E27FC236}">
                  <a16:creationId xmlns:a16="http://schemas.microsoft.com/office/drawing/2014/main" id="{9B9CD95A-BDAC-9810-4299-9706041A26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2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1" name="Freeform 59">
              <a:extLst>
                <a:ext uri="{FF2B5EF4-FFF2-40B4-BE49-F238E27FC236}">
                  <a16:creationId xmlns:a16="http://schemas.microsoft.com/office/drawing/2014/main" id="{9E694560-8BD2-BF8A-9272-344E3917A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2" name="Freeform 60">
              <a:extLst>
                <a:ext uri="{FF2B5EF4-FFF2-40B4-BE49-F238E27FC236}">
                  <a16:creationId xmlns:a16="http://schemas.microsoft.com/office/drawing/2014/main" id="{E691FAA0-B532-6DD5-42F3-B1D149404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2936005"/>
              <a:ext cx="1132424" cy="981109"/>
            </a:xfrm>
            <a:custGeom>
              <a:avLst/>
              <a:gdLst>
                <a:gd name="T0" fmla="*/ 464 w 464"/>
                <a:gd name="T1" fmla="*/ 0 h 402"/>
                <a:gd name="T2" fmla="*/ 232 w 464"/>
                <a:gd name="T3" fmla="*/ 402 h 402"/>
                <a:gd name="T4" fmla="*/ 0 w 464"/>
                <a:gd name="T5" fmla="*/ 0 h 402"/>
                <a:gd name="T6" fmla="*/ 464 w 464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464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accent6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3" name="Freeform 61">
              <a:extLst>
                <a:ext uri="{FF2B5EF4-FFF2-40B4-BE49-F238E27FC236}">
                  <a16:creationId xmlns:a16="http://schemas.microsoft.com/office/drawing/2014/main" id="{73DE4416-88D2-DC18-E7AB-D86280539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4" name="Freeform 62">
              <a:extLst>
                <a:ext uri="{FF2B5EF4-FFF2-40B4-BE49-F238E27FC236}">
                  <a16:creationId xmlns:a16="http://schemas.microsoft.com/office/drawing/2014/main" id="{607F8538-EA76-69C5-167B-5077D81A6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1">
                <a:lumMod val="7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5" name="Freeform 63">
              <a:extLst>
                <a:ext uri="{FF2B5EF4-FFF2-40B4-BE49-F238E27FC236}">
                  <a16:creationId xmlns:a16="http://schemas.microsoft.com/office/drawing/2014/main" id="{3624128F-E992-C26B-DB15-3F7A24CB3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6" name="Freeform 65">
              <a:extLst>
                <a:ext uri="{FF2B5EF4-FFF2-40B4-BE49-F238E27FC236}">
                  <a16:creationId xmlns:a16="http://schemas.microsoft.com/office/drawing/2014/main" id="{60CB5D31-0DB8-B142-FB7B-BA48C23E82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7" name="Freeform 66">
              <a:extLst>
                <a:ext uri="{FF2B5EF4-FFF2-40B4-BE49-F238E27FC236}">
                  <a16:creationId xmlns:a16="http://schemas.microsoft.com/office/drawing/2014/main" id="{C105F663-453F-F572-B8D6-F04F2DA9E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2263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1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1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8" name="Freeform 67">
              <a:extLst>
                <a:ext uri="{FF2B5EF4-FFF2-40B4-BE49-F238E27FC236}">
                  <a16:creationId xmlns:a16="http://schemas.microsoft.com/office/drawing/2014/main" id="{F93856E5-FC83-0DBF-E001-BB3FA2945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3917114"/>
              <a:ext cx="1132424" cy="983550"/>
            </a:xfrm>
            <a:custGeom>
              <a:avLst/>
              <a:gdLst>
                <a:gd name="T0" fmla="*/ 0 w 464"/>
                <a:gd name="T1" fmla="*/ 403 h 403"/>
                <a:gd name="T2" fmla="*/ 232 w 464"/>
                <a:gd name="T3" fmla="*/ 0 h 403"/>
                <a:gd name="T4" fmla="*/ 464 w 464"/>
                <a:gd name="T5" fmla="*/ 403 h 403"/>
                <a:gd name="T6" fmla="*/ 0 w 464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0" y="403"/>
                  </a:moveTo>
                  <a:lnTo>
                    <a:pt x="232" y="0"/>
                  </a:lnTo>
                  <a:lnTo>
                    <a:pt x="464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9" name="Freeform 68">
              <a:extLst>
                <a:ext uri="{FF2B5EF4-FFF2-40B4-BE49-F238E27FC236}">
                  <a16:creationId xmlns:a16="http://schemas.microsoft.com/office/drawing/2014/main" id="{59124401-CD12-9927-8D31-B58047839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2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0" name="Freeform 69">
              <a:extLst>
                <a:ext uri="{FF2B5EF4-FFF2-40B4-BE49-F238E27FC236}">
                  <a16:creationId xmlns:a16="http://schemas.microsoft.com/office/drawing/2014/main" id="{F972F68B-1465-6B49-F41E-AA0AF4858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1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1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1" name="Freeform 70">
              <a:extLst>
                <a:ext uri="{FF2B5EF4-FFF2-40B4-BE49-F238E27FC236}">
                  <a16:creationId xmlns:a16="http://schemas.microsoft.com/office/drawing/2014/main" id="{B722D8B0-08AA-803B-BAA0-B7CF638A0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2" name="Freeform 71">
              <a:extLst>
                <a:ext uri="{FF2B5EF4-FFF2-40B4-BE49-F238E27FC236}">
                  <a16:creationId xmlns:a16="http://schemas.microsoft.com/office/drawing/2014/main" id="{A8EE0DF5-D644-BB31-7F3D-20EF5653F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2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2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3" name="Freeform 74">
              <a:extLst>
                <a:ext uri="{FF2B5EF4-FFF2-40B4-BE49-F238E27FC236}">
                  <a16:creationId xmlns:a16="http://schemas.microsoft.com/office/drawing/2014/main" id="{291DC2B4-F85F-018B-8761-A82A34FEDC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4" name="Freeform 75">
              <a:extLst>
                <a:ext uri="{FF2B5EF4-FFF2-40B4-BE49-F238E27FC236}">
                  <a16:creationId xmlns:a16="http://schemas.microsoft.com/office/drawing/2014/main" id="{67B15BCC-9C9E-178C-A98E-F3F31DEA97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4900662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5" name="Freeform 76">
              <a:extLst>
                <a:ext uri="{FF2B5EF4-FFF2-40B4-BE49-F238E27FC236}">
                  <a16:creationId xmlns:a16="http://schemas.microsoft.com/office/drawing/2014/main" id="{DD6C3087-F4E3-5CF0-197B-E7B373F12D4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6" name="Freeform 77">
              <a:extLst>
                <a:ext uri="{FF2B5EF4-FFF2-40B4-BE49-F238E27FC236}">
                  <a16:creationId xmlns:a16="http://schemas.microsoft.com/office/drawing/2014/main" id="{36D5C645-240A-9C1B-D9A6-B428520B3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7" name="Freeform 78">
              <a:extLst>
                <a:ext uri="{FF2B5EF4-FFF2-40B4-BE49-F238E27FC236}">
                  <a16:creationId xmlns:a16="http://schemas.microsoft.com/office/drawing/2014/main" id="{372A3E82-899E-82A3-EB45-ADC5297D4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3466" y="390607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8" name="Freeform 79">
              <a:extLst>
                <a:ext uri="{FF2B5EF4-FFF2-40B4-BE49-F238E27FC236}">
                  <a16:creationId xmlns:a16="http://schemas.microsoft.com/office/drawing/2014/main" id="{DA174FC7-280C-3B89-23B7-F80E8F5CE9E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9" name="Freeform 80">
              <a:extLst>
                <a:ext uri="{FF2B5EF4-FFF2-40B4-BE49-F238E27FC236}">
                  <a16:creationId xmlns:a16="http://schemas.microsoft.com/office/drawing/2014/main" id="{544470A8-817B-37DF-024A-F0C80F00A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0" name="Freeform 81">
              <a:extLst>
                <a:ext uri="{FF2B5EF4-FFF2-40B4-BE49-F238E27FC236}">
                  <a16:creationId xmlns:a16="http://schemas.microsoft.com/office/drawing/2014/main" id="{015F3BA0-8C2C-3BFC-4E83-F26D0465A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1" name="Freeform 84">
              <a:extLst>
                <a:ext uri="{FF2B5EF4-FFF2-40B4-BE49-F238E27FC236}">
                  <a16:creationId xmlns:a16="http://schemas.microsoft.com/office/drawing/2014/main" id="{F0DE7068-93D0-CD7C-5B8C-D72298BB7E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2" name="Freeform 85">
              <a:extLst>
                <a:ext uri="{FF2B5EF4-FFF2-40B4-BE49-F238E27FC236}">
                  <a16:creationId xmlns:a16="http://schemas.microsoft.com/office/drawing/2014/main" id="{E1687C29-CACE-AAF7-91B0-23DFD9A4BA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3" name="Freeform 86">
              <a:extLst>
                <a:ext uri="{FF2B5EF4-FFF2-40B4-BE49-F238E27FC236}">
                  <a16:creationId xmlns:a16="http://schemas.microsoft.com/office/drawing/2014/main" id="{D07D471C-CA1C-2343-A775-F60DFF610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4" name="Freeform 87">
              <a:extLst>
                <a:ext uri="{FF2B5EF4-FFF2-40B4-BE49-F238E27FC236}">
                  <a16:creationId xmlns:a16="http://schemas.microsoft.com/office/drawing/2014/main" id="{8026BE16-FEAA-D7DD-42C0-A0A1E00A1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5879331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5" name="Freeform 88">
              <a:extLst>
                <a:ext uri="{FF2B5EF4-FFF2-40B4-BE49-F238E27FC236}">
                  <a16:creationId xmlns:a16="http://schemas.microsoft.com/office/drawing/2014/main" id="{9757D2F1-9E12-4089-2A70-8F4F1D030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6" name="Freeform 89">
              <a:extLst>
                <a:ext uri="{FF2B5EF4-FFF2-40B4-BE49-F238E27FC236}">
                  <a16:creationId xmlns:a16="http://schemas.microsoft.com/office/drawing/2014/main" id="{4CB0E5E0-A551-A7BC-18CB-B0923D79AD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7" name="Freeform 90">
              <a:extLst>
                <a:ext uri="{FF2B5EF4-FFF2-40B4-BE49-F238E27FC236}">
                  <a16:creationId xmlns:a16="http://schemas.microsoft.com/office/drawing/2014/main" id="{1FFD5E75-5798-EF3E-3C25-08479F866D4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8" name="Freeform 91">
              <a:extLst>
                <a:ext uri="{FF2B5EF4-FFF2-40B4-BE49-F238E27FC236}">
                  <a16:creationId xmlns:a16="http://schemas.microsoft.com/office/drawing/2014/main" id="{5157DA1C-E2D9-2A42-F1C8-5302B876782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</p:grpSp>
    </p:spTree>
    <p:extLst>
      <p:ext uri="{BB962C8B-B14F-4D97-AF65-F5344CB8AC3E}">
        <p14:creationId xmlns:p14="http://schemas.microsoft.com/office/powerpoint/2010/main" val="1515999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80500-644E-C7F7-2075-36EA69BD7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DEFEA-9510-1A9B-D23F-6FB591755E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7928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0BF33-E0B8-F736-013F-365509DA7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792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073B489-BA4E-1175-4F3E-842791A74E2E}"/>
              </a:ext>
            </a:extLst>
          </p:cNvPr>
          <p:cNvGrpSpPr/>
          <p:nvPr userDrawn="1"/>
        </p:nvGrpSpPr>
        <p:grpSpPr>
          <a:xfrm>
            <a:off x="8868228" y="4885517"/>
            <a:ext cx="6210663" cy="6849283"/>
            <a:chOff x="4843448" y="0"/>
            <a:chExt cx="6218568" cy="6858000"/>
          </a:xfrm>
        </p:grpSpPr>
        <p:sp>
          <p:nvSpPr>
            <p:cNvPr id="9" name="Freeform 27">
              <a:extLst>
                <a:ext uri="{FF2B5EF4-FFF2-40B4-BE49-F238E27FC236}">
                  <a16:creationId xmlns:a16="http://schemas.microsoft.com/office/drawing/2014/main" id="{CA7301C2-9CE7-56A8-DBD3-4F7F20888F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666A04B2-D427-E4D6-EB44-2A3BBEF8AE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87A0D3DE-0B66-BC89-4380-F761B1CA0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7030A0">
                <a:alpha val="1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31FF7677-E887-0EE7-61FE-A9C3DE338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0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" name="Freeform 31">
              <a:extLst>
                <a:ext uri="{FF2B5EF4-FFF2-40B4-BE49-F238E27FC236}">
                  <a16:creationId xmlns:a16="http://schemas.microsoft.com/office/drawing/2014/main" id="{41CBE8DB-8AA1-B8F4-85A2-B1650B289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" name="Freeform 32">
              <a:extLst>
                <a:ext uri="{FF2B5EF4-FFF2-40B4-BE49-F238E27FC236}">
                  <a16:creationId xmlns:a16="http://schemas.microsoft.com/office/drawing/2014/main" id="{74FF36E2-A172-80C8-C9E8-EC0E6E59E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" name="Freeform 33">
              <a:extLst>
                <a:ext uri="{FF2B5EF4-FFF2-40B4-BE49-F238E27FC236}">
                  <a16:creationId xmlns:a16="http://schemas.microsoft.com/office/drawing/2014/main" id="{EDD5F5CB-FAAD-C421-12AF-5B6A90C6BFC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BD47EB68-24D4-D132-8FB4-3B00F3903F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1EF82D13-9F5E-31CF-FA58-CA47A94A6F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98110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8" name="Freeform 38">
              <a:extLst>
                <a:ext uri="{FF2B5EF4-FFF2-40B4-BE49-F238E27FC236}">
                  <a16:creationId xmlns:a16="http://schemas.microsoft.com/office/drawing/2014/main" id="{D25EBB3F-DFAF-ECBB-6508-B9D4BF4191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9" name="Freeform 39">
              <a:extLst>
                <a:ext uri="{FF2B5EF4-FFF2-40B4-BE49-F238E27FC236}">
                  <a16:creationId xmlns:a16="http://schemas.microsoft.com/office/drawing/2014/main" id="{A059F423-A4DB-CBD7-24B5-E628512E2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981109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accent6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0" name="Freeform 40">
              <a:extLst>
                <a:ext uri="{FF2B5EF4-FFF2-40B4-BE49-F238E27FC236}">
                  <a16:creationId xmlns:a16="http://schemas.microsoft.com/office/drawing/2014/main" id="{93674915-3553-A54E-01DB-628581CA0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1" name="Freeform 41">
              <a:extLst>
                <a:ext uri="{FF2B5EF4-FFF2-40B4-BE49-F238E27FC236}">
                  <a16:creationId xmlns:a16="http://schemas.microsoft.com/office/drawing/2014/main" id="{7E1379C6-28A7-D6B4-43B4-BB467DD25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2" name="Freeform 42">
              <a:extLst>
                <a:ext uri="{FF2B5EF4-FFF2-40B4-BE49-F238E27FC236}">
                  <a16:creationId xmlns:a16="http://schemas.microsoft.com/office/drawing/2014/main" id="{C70089FE-8C8D-6E8D-FA6B-71CEC2CAA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97866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3" name="Freeform 43">
              <a:extLst>
                <a:ext uri="{FF2B5EF4-FFF2-40B4-BE49-F238E27FC236}">
                  <a16:creationId xmlns:a16="http://schemas.microsoft.com/office/drawing/2014/main" id="{6D255B7C-0E37-26C3-1D95-1F21847F8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4" name="Freeform 44">
              <a:extLst>
                <a:ext uri="{FF2B5EF4-FFF2-40B4-BE49-F238E27FC236}">
                  <a16:creationId xmlns:a16="http://schemas.microsoft.com/office/drawing/2014/main" id="{CD082739-D687-FD70-889F-113741382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5" name="Freeform 46">
              <a:extLst>
                <a:ext uri="{FF2B5EF4-FFF2-40B4-BE49-F238E27FC236}">
                  <a16:creationId xmlns:a16="http://schemas.microsoft.com/office/drawing/2014/main" id="{CDB058B5-A93A-0CF4-2C0F-1323DB34D9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6" name="Freeform 47">
              <a:extLst>
                <a:ext uri="{FF2B5EF4-FFF2-40B4-BE49-F238E27FC236}">
                  <a16:creationId xmlns:a16="http://schemas.microsoft.com/office/drawing/2014/main" id="{4F122237-C261-CAF6-0F43-A2831A5422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7" name="Freeform 48">
              <a:extLst>
                <a:ext uri="{FF2B5EF4-FFF2-40B4-BE49-F238E27FC236}">
                  <a16:creationId xmlns:a16="http://schemas.microsoft.com/office/drawing/2014/main" id="{9A54A327-3D9D-E8E8-4121-2137D3713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8" name="Freeform 49">
              <a:extLst>
                <a:ext uri="{FF2B5EF4-FFF2-40B4-BE49-F238E27FC236}">
                  <a16:creationId xmlns:a16="http://schemas.microsoft.com/office/drawing/2014/main" id="{B7923BED-EBC2-2589-B7E2-4FF9BE36C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1957336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9" name="Freeform 50">
              <a:extLst>
                <a:ext uri="{FF2B5EF4-FFF2-40B4-BE49-F238E27FC236}">
                  <a16:creationId xmlns:a16="http://schemas.microsoft.com/office/drawing/2014/main" id="{E6012DAE-2DF3-BC0B-5469-E55E6A057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0" name="Freeform 51">
              <a:extLst>
                <a:ext uri="{FF2B5EF4-FFF2-40B4-BE49-F238E27FC236}">
                  <a16:creationId xmlns:a16="http://schemas.microsoft.com/office/drawing/2014/main" id="{0BCF98F8-63B4-C626-F9DD-DE94475373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506" y="996324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1" name="Freeform 52">
              <a:extLst>
                <a:ext uri="{FF2B5EF4-FFF2-40B4-BE49-F238E27FC236}">
                  <a16:creationId xmlns:a16="http://schemas.microsoft.com/office/drawing/2014/main" id="{3969C9DC-C7D5-A239-8643-2BA88CE961D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2" name="Freeform 53">
              <a:extLst>
                <a:ext uri="{FF2B5EF4-FFF2-40B4-BE49-F238E27FC236}">
                  <a16:creationId xmlns:a16="http://schemas.microsoft.com/office/drawing/2014/main" id="{1EA6CBB5-1ED2-E151-A1D1-9CFDFF5FB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3" name="Freeform 56">
              <a:extLst>
                <a:ext uri="{FF2B5EF4-FFF2-40B4-BE49-F238E27FC236}">
                  <a16:creationId xmlns:a16="http://schemas.microsoft.com/office/drawing/2014/main" id="{28409F3B-9E2B-7A0A-CB2D-0217D05459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4" name="Freeform 57">
              <a:extLst>
                <a:ext uri="{FF2B5EF4-FFF2-40B4-BE49-F238E27FC236}">
                  <a16:creationId xmlns:a16="http://schemas.microsoft.com/office/drawing/2014/main" id="{450FEEC5-6548-B259-E084-4E95468EAF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5" name="Freeform 58">
              <a:extLst>
                <a:ext uri="{FF2B5EF4-FFF2-40B4-BE49-F238E27FC236}">
                  <a16:creationId xmlns:a16="http://schemas.microsoft.com/office/drawing/2014/main" id="{0D979080-C6FF-3777-F956-103317C729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2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6" name="Freeform 59">
              <a:extLst>
                <a:ext uri="{FF2B5EF4-FFF2-40B4-BE49-F238E27FC236}">
                  <a16:creationId xmlns:a16="http://schemas.microsoft.com/office/drawing/2014/main" id="{DD6068E3-B5FC-8876-2D19-9FC7FB2C7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7" name="Freeform 60">
              <a:extLst>
                <a:ext uri="{FF2B5EF4-FFF2-40B4-BE49-F238E27FC236}">
                  <a16:creationId xmlns:a16="http://schemas.microsoft.com/office/drawing/2014/main" id="{DC0D9A81-F74C-ED0F-2AE7-C80DB87D0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2936005"/>
              <a:ext cx="1132424" cy="981109"/>
            </a:xfrm>
            <a:custGeom>
              <a:avLst/>
              <a:gdLst>
                <a:gd name="T0" fmla="*/ 464 w 464"/>
                <a:gd name="T1" fmla="*/ 0 h 402"/>
                <a:gd name="T2" fmla="*/ 232 w 464"/>
                <a:gd name="T3" fmla="*/ 402 h 402"/>
                <a:gd name="T4" fmla="*/ 0 w 464"/>
                <a:gd name="T5" fmla="*/ 0 h 402"/>
                <a:gd name="T6" fmla="*/ 464 w 464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464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8" name="Freeform 61">
              <a:extLst>
                <a:ext uri="{FF2B5EF4-FFF2-40B4-BE49-F238E27FC236}">
                  <a16:creationId xmlns:a16="http://schemas.microsoft.com/office/drawing/2014/main" id="{0CFAE4A7-2497-24C5-8ABD-CB232A9B7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9" name="Freeform 62">
              <a:extLst>
                <a:ext uri="{FF2B5EF4-FFF2-40B4-BE49-F238E27FC236}">
                  <a16:creationId xmlns:a16="http://schemas.microsoft.com/office/drawing/2014/main" id="{15497165-0D7F-CFCA-AD3C-FD5A2214CA36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0" name="Freeform 63">
              <a:extLst>
                <a:ext uri="{FF2B5EF4-FFF2-40B4-BE49-F238E27FC236}">
                  <a16:creationId xmlns:a16="http://schemas.microsoft.com/office/drawing/2014/main" id="{95A4DE6A-3245-023E-7C56-E88A2E1B0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1" name="Freeform 65">
              <a:extLst>
                <a:ext uri="{FF2B5EF4-FFF2-40B4-BE49-F238E27FC236}">
                  <a16:creationId xmlns:a16="http://schemas.microsoft.com/office/drawing/2014/main" id="{82EC1CF8-11E4-6E4B-D229-00632CC033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2" name="Freeform 66">
              <a:extLst>
                <a:ext uri="{FF2B5EF4-FFF2-40B4-BE49-F238E27FC236}">
                  <a16:creationId xmlns:a16="http://schemas.microsoft.com/office/drawing/2014/main" id="{85DF71AE-420E-EFFD-E51E-0743158082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1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1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3" name="Freeform 67">
              <a:extLst>
                <a:ext uri="{FF2B5EF4-FFF2-40B4-BE49-F238E27FC236}">
                  <a16:creationId xmlns:a16="http://schemas.microsoft.com/office/drawing/2014/main" id="{7145E459-2880-C3C5-75F0-7643A0D71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3917114"/>
              <a:ext cx="1132424" cy="983550"/>
            </a:xfrm>
            <a:custGeom>
              <a:avLst/>
              <a:gdLst>
                <a:gd name="T0" fmla="*/ 0 w 464"/>
                <a:gd name="T1" fmla="*/ 403 h 403"/>
                <a:gd name="T2" fmla="*/ 232 w 464"/>
                <a:gd name="T3" fmla="*/ 0 h 403"/>
                <a:gd name="T4" fmla="*/ 464 w 464"/>
                <a:gd name="T5" fmla="*/ 403 h 403"/>
                <a:gd name="T6" fmla="*/ 0 w 464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0" y="403"/>
                  </a:moveTo>
                  <a:lnTo>
                    <a:pt x="232" y="0"/>
                  </a:lnTo>
                  <a:lnTo>
                    <a:pt x="464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4" name="Freeform 68">
              <a:extLst>
                <a:ext uri="{FF2B5EF4-FFF2-40B4-BE49-F238E27FC236}">
                  <a16:creationId xmlns:a16="http://schemas.microsoft.com/office/drawing/2014/main" id="{F96350E1-99DC-22A9-254A-2D07AD22D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2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5" name="Freeform 69">
              <a:extLst>
                <a:ext uri="{FF2B5EF4-FFF2-40B4-BE49-F238E27FC236}">
                  <a16:creationId xmlns:a16="http://schemas.microsoft.com/office/drawing/2014/main" id="{2FE8A655-122E-DDA1-F12F-8E3FF2951A4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1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1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6" name="Freeform 70">
              <a:extLst>
                <a:ext uri="{FF2B5EF4-FFF2-40B4-BE49-F238E27FC236}">
                  <a16:creationId xmlns:a16="http://schemas.microsoft.com/office/drawing/2014/main" id="{ABC8F96E-4CD2-272D-C93F-CFBB7AA25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7" name="Freeform 71">
              <a:extLst>
                <a:ext uri="{FF2B5EF4-FFF2-40B4-BE49-F238E27FC236}">
                  <a16:creationId xmlns:a16="http://schemas.microsoft.com/office/drawing/2014/main" id="{684648D5-8E15-0EB1-D410-3E67494E3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2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2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8" name="Freeform 74">
              <a:extLst>
                <a:ext uri="{FF2B5EF4-FFF2-40B4-BE49-F238E27FC236}">
                  <a16:creationId xmlns:a16="http://schemas.microsoft.com/office/drawing/2014/main" id="{B5DFDA0D-B1B7-5D53-65F6-05FADD323C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9" name="Freeform 75">
              <a:extLst>
                <a:ext uri="{FF2B5EF4-FFF2-40B4-BE49-F238E27FC236}">
                  <a16:creationId xmlns:a16="http://schemas.microsoft.com/office/drawing/2014/main" id="{88EDD631-06DD-4E85-1D86-0BEE9917B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4900662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0" name="Freeform 76">
              <a:extLst>
                <a:ext uri="{FF2B5EF4-FFF2-40B4-BE49-F238E27FC236}">
                  <a16:creationId xmlns:a16="http://schemas.microsoft.com/office/drawing/2014/main" id="{46DA9499-AA33-1758-7CAA-81DF390A5F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1" name="Freeform 77">
              <a:extLst>
                <a:ext uri="{FF2B5EF4-FFF2-40B4-BE49-F238E27FC236}">
                  <a16:creationId xmlns:a16="http://schemas.microsoft.com/office/drawing/2014/main" id="{9528C9DF-A8C3-6B81-105B-43E8DDB2F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2" name="Freeform 78">
              <a:extLst>
                <a:ext uri="{FF2B5EF4-FFF2-40B4-BE49-F238E27FC236}">
                  <a16:creationId xmlns:a16="http://schemas.microsoft.com/office/drawing/2014/main" id="{03238B1A-2A1B-899D-D74F-4DE176A82F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3" name="Freeform 79">
              <a:extLst>
                <a:ext uri="{FF2B5EF4-FFF2-40B4-BE49-F238E27FC236}">
                  <a16:creationId xmlns:a16="http://schemas.microsoft.com/office/drawing/2014/main" id="{1DC768F1-2898-DA26-BE02-5DE4BA3B6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4" name="Freeform 80">
              <a:extLst>
                <a:ext uri="{FF2B5EF4-FFF2-40B4-BE49-F238E27FC236}">
                  <a16:creationId xmlns:a16="http://schemas.microsoft.com/office/drawing/2014/main" id="{496BFEF8-388B-175B-E34A-7C91CA1BE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5" name="Freeform 81">
              <a:extLst>
                <a:ext uri="{FF2B5EF4-FFF2-40B4-BE49-F238E27FC236}">
                  <a16:creationId xmlns:a16="http://schemas.microsoft.com/office/drawing/2014/main" id="{A2A4EF69-56EC-3432-C8F5-C74595187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6" name="Freeform 84">
              <a:extLst>
                <a:ext uri="{FF2B5EF4-FFF2-40B4-BE49-F238E27FC236}">
                  <a16:creationId xmlns:a16="http://schemas.microsoft.com/office/drawing/2014/main" id="{B305D336-8A2C-15E8-1ED2-C71C69C463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7" name="Freeform 85">
              <a:extLst>
                <a:ext uri="{FF2B5EF4-FFF2-40B4-BE49-F238E27FC236}">
                  <a16:creationId xmlns:a16="http://schemas.microsoft.com/office/drawing/2014/main" id="{F233A410-7A91-E8B1-5EA2-6E16F20870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8" name="Freeform 86">
              <a:extLst>
                <a:ext uri="{FF2B5EF4-FFF2-40B4-BE49-F238E27FC236}">
                  <a16:creationId xmlns:a16="http://schemas.microsoft.com/office/drawing/2014/main" id="{3845B50D-D9B7-3004-529B-9DDF7F1A0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9" name="Freeform 87">
              <a:extLst>
                <a:ext uri="{FF2B5EF4-FFF2-40B4-BE49-F238E27FC236}">
                  <a16:creationId xmlns:a16="http://schemas.microsoft.com/office/drawing/2014/main" id="{85CADA08-8551-5074-33E8-70E7126F0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5879331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0" name="Freeform 88">
              <a:extLst>
                <a:ext uri="{FF2B5EF4-FFF2-40B4-BE49-F238E27FC236}">
                  <a16:creationId xmlns:a16="http://schemas.microsoft.com/office/drawing/2014/main" id="{8753558D-CD5D-2507-2C37-D224F25CB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1" name="Freeform 89">
              <a:extLst>
                <a:ext uri="{FF2B5EF4-FFF2-40B4-BE49-F238E27FC236}">
                  <a16:creationId xmlns:a16="http://schemas.microsoft.com/office/drawing/2014/main" id="{1F2C0023-3024-7A34-B178-CF5AF44B6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2" name="Freeform 90">
              <a:extLst>
                <a:ext uri="{FF2B5EF4-FFF2-40B4-BE49-F238E27FC236}">
                  <a16:creationId xmlns:a16="http://schemas.microsoft.com/office/drawing/2014/main" id="{91E7051F-0D8F-B55F-E65B-A3A465B46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3" name="Freeform 91">
              <a:extLst>
                <a:ext uri="{FF2B5EF4-FFF2-40B4-BE49-F238E27FC236}">
                  <a16:creationId xmlns:a16="http://schemas.microsoft.com/office/drawing/2014/main" id="{9566C2CC-7E96-D7B9-0902-B2EEE308A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ACEC9BC-A3B4-09BC-9DD3-76BD18B60B20}"/>
              </a:ext>
            </a:extLst>
          </p:cNvPr>
          <p:cNvGrpSpPr/>
          <p:nvPr userDrawn="1"/>
        </p:nvGrpSpPr>
        <p:grpSpPr>
          <a:xfrm>
            <a:off x="-2267132" y="-2916741"/>
            <a:ext cx="6210663" cy="6849283"/>
            <a:chOff x="4843448" y="0"/>
            <a:chExt cx="6218568" cy="6858000"/>
          </a:xfrm>
        </p:grpSpPr>
        <p:sp>
          <p:nvSpPr>
            <p:cNvPr id="65" name="Freeform 27">
              <a:extLst>
                <a:ext uri="{FF2B5EF4-FFF2-40B4-BE49-F238E27FC236}">
                  <a16:creationId xmlns:a16="http://schemas.microsoft.com/office/drawing/2014/main" id="{52B3CC9B-D89E-F7A3-9057-B06A3F54BE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6" name="Freeform 28">
              <a:extLst>
                <a:ext uri="{FF2B5EF4-FFF2-40B4-BE49-F238E27FC236}">
                  <a16:creationId xmlns:a16="http://schemas.microsoft.com/office/drawing/2014/main" id="{E0D7EEB8-F54D-8802-CBD7-3AE9A8CD72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7" name="Freeform 29">
              <a:extLst>
                <a:ext uri="{FF2B5EF4-FFF2-40B4-BE49-F238E27FC236}">
                  <a16:creationId xmlns:a16="http://schemas.microsoft.com/office/drawing/2014/main" id="{4B91838A-DDE8-1F8B-BAB0-DD9BFFFEB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8" name="Freeform 30">
              <a:extLst>
                <a:ext uri="{FF2B5EF4-FFF2-40B4-BE49-F238E27FC236}">
                  <a16:creationId xmlns:a16="http://schemas.microsoft.com/office/drawing/2014/main" id="{20150D8B-C954-9DCA-111B-D6419FF1EBA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0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9" name="Freeform 31">
              <a:extLst>
                <a:ext uri="{FF2B5EF4-FFF2-40B4-BE49-F238E27FC236}">
                  <a16:creationId xmlns:a16="http://schemas.microsoft.com/office/drawing/2014/main" id="{1B377002-4B44-EECC-CC22-7FDE426AD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0" name="Freeform 32">
              <a:extLst>
                <a:ext uri="{FF2B5EF4-FFF2-40B4-BE49-F238E27FC236}">
                  <a16:creationId xmlns:a16="http://schemas.microsoft.com/office/drawing/2014/main" id="{3F5E9005-62C7-677E-91C0-AFB354474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1" name="Freeform 33">
              <a:extLst>
                <a:ext uri="{FF2B5EF4-FFF2-40B4-BE49-F238E27FC236}">
                  <a16:creationId xmlns:a16="http://schemas.microsoft.com/office/drawing/2014/main" id="{94B13E28-DE3B-D09D-B680-3489D6EAE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2" name="Freeform 36">
              <a:extLst>
                <a:ext uri="{FF2B5EF4-FFF2-40B4-BE49-F238E27FC236}">
                  <a16:creationId xmlns:a16="http://schemas.microsoft.com/office/drawing/2014/main" id="{E977AE90-E6F9-E626-91E7-BA1B445958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3" name="Freeform 37">
              <a:extLst>
                <a:ext uri="{FF2B5EF4-FFF2-40B4-BE49-F238E27FC236}">
                  <a16:creationId xmlns:a16="http://schemas.microsoft.com/office/drawing/2014/main" id="{22F6A02E-0159-B9D8-CF03-7F778B1C5D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98110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4" name="Freeform 38">
              <a:extLst>
                <a:ext uri="{FF2B5EF4-FFF2-40B4-BE49-F238E27FC236}">
                  <a16:creationId xmlns:a16="http://schemas.microsoft.com/office/drawing/2014/main" id="{3834037C-B8D6-07BB-B5A2-E23E3A0C0F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5" name="Freeform 39">
              <a:extLst>
                <a:ext uri="{FF2B5EF4-FFF2-40B4-BE49-F238E27FC236}">
                  <a16:creationId xmlns:a16="http://schemas.microsoft.com/office/drawing/2014/main" id="{914829D0-1820-EE10-B5CE-7BC24826D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981109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6" name="Freeform 40">
              <a:extLst>
                <a:ext uri="{FF2B5EF4-FFF2-40B4-BE49-F238E27FC236}">
                  <a16:creationId xmlns:a16="http://schemas.microsoft.com/office/drawing/2014/main" id="{82BEDFB1-4115-6927-8239-C10D4E3EB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7" name="Freeform 41">
              <a:extLst>
                <a:ext uri="{FF2B5EF4-FFF2-40B4-BE49-F238E27FC236}">
                  <a16:creationId xmlns:a16="http://schemas.microsoft.com/office/drawing/2014/main" id="{508C0597-F561-F09D-308D-0F59F60B8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8" name="Freeform 42">
              <a:extLst>
                <a:ext uri="{FF2B5EF4-FFF2-40B4-BE49-F238E27FC236}">
                  <a16:creationId xmlns:a16="http://schemas.microsoft.com/office/drawing/2014/main" id="{8A1D0EEA-7BB6-381C-AD21-0214DDB48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97866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9" name="Freeform 43">
              <a:extLst>
                <a:ext uri="{FF2B5EF4-FFF2-40B4-BE49-F238E27FC236}">
                  <a16:creationId xmlns:a16="http://schemas.microsoft.com/office/drawing/2014/main" id="{1E523CDA-6A44-03D6-0F6E-916671DC4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0" name="Freeform 44">
              <a:extLst>
                <a:ext uri="{FF2B5EF4-FFF2-40B4-BE49-F238E27FC236}">
                  <a16:creationId xmlns:a16="http://schemas.microsoft.com/office/drawing/2014/main" id="{A5FEE9A5-3E9F-5D63-7B90-1EF4D0D3A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1" name="Freeform 46">
              <a:extLst>
                <a:ext uri="{FF2B5EF4-FFF2-40B4-BE49-F238E27FC236}">
                  <a16:creationId xmlns:a16="http://schemas.microsoft.com/office/drawing/2014/main" id="{1174868E-C982-3198-2472-0868598747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2" name="Freeform 47">
              <a:extLst>
                <a:ext uri="{FF2B5EF4-FFF2-40B4-BE49-F238E27FC236}">
                  <a16:creationId xmlns:a16="http://schemas.microsoft.com/office/drawing/2014/main" id="{CFF93DB2-353A-840F-F696-AAB6735A86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3" name="Freeform 48">
              <a:extLst>
                <a:ext uri="{FF2B5EF4-FFF2-40B4-BE49-F238E27FC236}">
                  <a16:creationId xmlns:a16="http://schemas.microsoft.com/office/drawing/2014/main" id="{6E4C146C-6166-33DF-C1C8-476998D5D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4" name="Freeform 49">
              <a:extLst>
                <a:ext uri="{FF2B5EF4-FFF2-40B4-BE49-F238E27FC236}">
                  <a16:creationId xmlns:a16="http://schemas.microsoft.com/office/drawing/2014/main" id="{A24131A0-AB43-489E-6C7A-4D6457252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1957336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5" name="Freeform 50">
              <a:extLst>
                <a:ext uri="{FF2B5EF4-FFF2-40B4-BE49-F238E27FC236}">
                  <a16:creationId xmlns:a16="http://schemas.microsoft.com/office/drawing/2014/main" id="{114C547A-2E9F-357F-4BFC-CFEC3A643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6" name="Freeform 51">
              <a:extLst>
                <a:ext uri="{FF2B5EF4-FFF2-40B4-BE49-F238E27FC236}">
                  <a16:creationId xmlns:a16="http://schemas.microsoft.com/office/drawing/2014/main" id="{8F04A6DE-54B2-CBA4-6AEE-A79C5A29F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7" name="Freeform 52">
              <a:extLst>
                <a:ext uri="{FF2B5EF4-FFF2-40B4-BE49-F238E27FC236}">
                  <a16:creationId xmlns:a16="http://schemas.microsoft.com/office/drawing/2014/main" id="{22DD8A3D-5D11-83C1-A225-720394E01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8" name="Freeform 53">
              <a:extLst>
                <a:ext uri="{FF2B5EF4-FFF2-40B4-BE49-F238E27FC236}">
                  <a16:creationId xmlns:a16="http://schemas.microsoft.com/office/drawing/2014/main" id="{CD3A864B-C228-72FB-99A2-103E78BA9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9" name="Freeform 56">
              <a:extLst>
                <a:ext uri="{FF2B5EF4-FFF2-40B4-BE49-F238E27FC236}">
                  <a16:creationId xmlns:a16="http://schemas.microsoft.com/office/drawing/2014/main" id="{C4DFE18A-8C59-93B1-551A-9506FD1424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0" name="Freeform 57">
              <a:extLst>
                <a:ext uri="{FF2B5EF4-FFF2-40B4-BE49-F238E27FC236}">
                  <a16:creationId xmlns:a16="http://schemas.microsoft.com/office/drawing/2014/main" id="{3A4E86F8-9121-F12B-35CC-C5F184ED4E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1" name="Freeform 58">
              <a:extLst>
                <a:ext uri="{FF2B5EF4-FFF2-40B4-BE49-F238E27FC236}">
                  <a16:creationId xmlns:a16="http://schemas.microsoft.com/office/drawing/2014/main" id="{97538AAF-A23A-CBB1-00F0-F70E336AFE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2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2" name="Freeform 59">
              <a:extLst>
                <a:ext uri="{FF2B5EF4-FFF2-40B4-BE49-F238E27FC236}">
                  <a16:creationId xmlns:a16="http://schemas.microsoft.com/office/drawing/2014/main" id="{3F3A6848-33B5-CC66-D696-79F39F7C6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3" name="Freeform 60">
              <a:extLst>
                <a:ext uri="{FF2B5EF4-FFF2-40B4-BE49-F238E27FC236}">
                  <a16:creationId xmlns:a16="http://schemas.microsoft.com/office/drawing/2014/main" id="{C366C8A5-612B-ECB5-B064-46F3E57BB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2936005"/>
              <a:ext cx="1132424" cy="981109"/>
            </a:xfrm>
            <a:custGeom>
              <a:avLst/>
              <a:gdLst>
                <a:gd name="T0" fmla="*/ 464 w 464"/>
                <a:gd name="T1" fmla="*/ 0 h 402"/>
                <a:gd name="T2" fmla="*/ 232 w 464"/>
                <a:gd name="T3" fmla="*/ 402 h 402"/>
                <a:gd name="T4" fmla="*/ 0 w 464"/>
                <a:gd name="T5" fmla="*/ 0 h 402"/>
                <a:gd name="T6" fmla="*/ 464 w 464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464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accent6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4" name="Freeform 61">
              <a:extLst>
                <a:ext uri="{FF2B5EF4-FFF2-40B4-BE49-F238E27FC236}">
                  <a16:creationId xmlns:a16="http://schemas.microsoft.com/office/drawing/2014/main" id="{F5DB8175-ACA5-D189-CACC-05FC36424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5" name="Freeform 62">
              <a:extLst>
                <a:ext uri="{FF2B5EF4-FFF2-40B4-BE49-F238E27FC236}">
                  <a16:creationId xmlns:a16="http://schemas.microsoft.com/office/drawing/2014/main" id="{67EF61AE-2BB8-00AF-D969-0D91DECC5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1">
                <a:lumMod val="7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6" name="Freeform 63">
              <a:extLst>
                <a:ext uri="{FF2B5EF4-FFF2-40B4-BE49-F238E27FC236}">
                  <a16:creationId xmlns:a16="http://schemas.microsoft.com/office/drawing/2014/main" id="{ADDDC46D-9DC3-B49B-4B35-2998CF2B6B0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7" name="Freeform 65">
              <a:extLst>
                <a:ext uri="{FF2B5EF4-FFF2-40B4-BE49-F238E27FC236}">
                  <a16:creationId xmlns:a16="http://schemas.microsoft.com/office/drawing/2014/main" id="{7B38E3BB-455C-C8A8-0630-D3BE93DEBA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8" name="Freeform 66">
              <a:extLst>
                <a:ext uri="{FF2B5EF4-FFF2-40B4-BE49-F238E27FC236}">
                  <a16:creationId xmlns:a16="http://schemas.microsoft.com/office/drawing/2014/main" id="{9D1473AD-1174-FB4D-1C86-F8CC72A7D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2263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1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1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9" name="Freeform 67">
              <a:extLst>
                <a:ext uri="{FF2B5EF4-FFF2-40B4-BE49-F238E27FC236}">
                  <a16:creationId xmlns:a16="http://schemas.microsoft.com/office/drawing/2014/main" id="{79DC292C-0C38-4F62-B818-0D78D43AA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3917114"/>
              <a:ext cx="1132424" cy="983550"/>
            </a:xfrm>
            <a:custGeom>
              <a:avLst/>
              <a:gdLst>
                <a:gd name="T0" fmla="*/ 0 w 464"/>
                <a:gd name="T1" fmla="*/ 403 h 403"/>
                <a:gd name="T2" fmla="*/ 232 w 464"/>
                <a:gd name="T3" fmla="*/ 0 h 403"/>
                <a:gd name="T4" fmla="*/ 464 w 464"/>
                <a:gd name="T5" fmla="*/ 403 h 403"/>
                <a:gd name="T6" fmla="*/ 0 w 464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0" y="403"/>
                  </a:moveTo>
                  <a:lnTo>
                    <a:pt x="232" y="0"/>
                  </a:lnTo>
                  <a:lnTo>
                    <a:pt x="464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0" name="Freeform 68">
              <a:extLst>
                <a:ext uri="{FF2B5EF4-FFF2-40B4-BE49-F238E27FC236}">
                  <a16:creationId xmlns:a16="http://schemas.microsoft.com/office/drawing/2014/main" id="{26F7C9CE-8E71-4077-19D6-CF53C02F35B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2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1" name="Freeform 69">
              <a:extLst>
                <a:ext uri="{FF2B5EF4-FFF2-40B4-BE49-F238E27FC236}">
                  <a16:creationId xmlns:a16="http://schemas.microsoft.com/office/drawing/2014/main" id="{EE912C15-B003-3F15-4BBA-C0050B72A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1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1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2" name="Freeform 70">
              <a:extLst>
                <a:ext uri="{FF2B5EF4-FFF2-40B4-BE49-F238E27FC236}">
                  <a16:creationId xmlns:a16="http://schemas.microsoft.com/office/drawing/2014/main" id="{18EF4426-8DDE-0306-9732-A7E654706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3" name="Freeform 71">
              <a:extLst>
                <a:ext uri="{FF2B5EF4-FFF2-40B4-BE49-F238E27FC236}">
                  <a16:creationId xmlns:a16="http://schemas.microsoft.com/office/drawing/2014/main" id="{31F070A3-08E0-FFEF-CFE7-32735F3D7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2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2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4" name="Freeform 74">
              <a:extLst>
                <a:ext uri="{FF2B5EF4-FFF2-40B4-BE49-F238E27FC236}">
                  <a16:creationId xmlns:a16="http://schemas.microsoft.com/office/drawing/2014/main" id="{092F2674-5D75-C8A1-DEFD-391E58D6F2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5" name="Freeform 75">
              <a:extLst>
                <a:ext uri="{FF2B5EF4-FFF2-40B4-BE49-F238E27FC236}">
                  <a16:creationId xmlns:a16="http://schemas.microsoft.com/office/drawing/2014/main" id="{B08AFED8-4851-A269-C9CD-961972A430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4900662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6" name="Freeform 76">
              <a:extLst>
                <a:ext uri="{FF2B5EF4-FFF2-40B4-BE49-F238E27FC236}">
                  <a16:creationId xmlns:a16="http://schemas.microsoft.com/office/drawing/2014/main" id="{8272D005-3AD9-4A55-6B44-66D8B66768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7" name="Freeform 77">
              <a:extLst>
                <a:ext uri="{FF2B5EF4-FFF2-40B4-BE49-F238E27FC236}">
                  <a16:creationId xmlns:a16="http://schemas.microsoft.com/office/drawing/2014/main" id="{7BE596AC-4F56-9A3B-782A-B2C529803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8" name="Freeform 78">
              <a:extLst>
                <a:ext uri="{FF2B5EF4-FFF2-40B4-BE49-F238E27FC236}">
                  <a16:creationId xmlns:a16="http://schemas.microsoft.com/office/drawing/2014/main" id="{8F576617-957E-5444-7D7A-5208D720C6E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3466" y="390607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9" name="Freeform 79">
              <a:extLst>
                <a:ext uri="{FF2B5EF4-FFF2-40B4-BE49-F238E27FC236}">
                  <a16:creationId xmlns:a16="http://schemas.microsoft.com/office/drawing/2014/main" id="{52C1C417-D6C2-D492-548E-C8CA31AF1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0" name="Freeform 80">
              <a:extLst>
                <a:ext uri="{FF2B5EF4-FFF2-40B4-BE49-F238E27FC236}">
                  <a16:creationId xmlns:a16="http://schemas.microsoft.com/office/drawing/2014/main" id="{B386AEF2-4202-79A0-757E-576A2DC54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1" name="Freeform 81">
              <a:extLst>
                <a:ext uri="{FF2B5EF4-FFF2-40B4-BE49-F238E27FC236}">
                  <a16:creationId xmlns:a16="http://schemas.microsoft.com/office/drawing/2014/main" id="{F8CF2A58-F9EF-2CB0-085C-54AFF5F20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2" name="Freeform 84">
              <a:extLst>
                <a:ext uri="{FF2B5EF4-FFF2-40B4-BE49-F238E27FC236}">
                  <a16:creationId xmlns:a16="http://schemas.microsoft.com/office/drawing/2014/main" id="{0E688ACE-5EFC-3CC9-E891-93D2142A50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3" name="Freeform 85">
              <a:extLst>
                <a:ext uri="{FF2B5EF4-FFF2-40B4-BE49-F238E27FC236}">
                  <a16:creationId xmlns:a16="http://schemas.microsoft.com/office/drawing/2014/main" id="{C9579402-C224-F8C2-0997-045664BEFE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4" name="Freeform 86">
              <a:extLst>
                <a:ext uri="{FF2B5EF4-FFF2-40B4-BE49-F238E27FC236}">
                  <a16:creationId xmlns:a16="http://schemas.microsoft.com/office/drawing/2014/main" id="{1DAC78EA-425C-EFCB-94B3-D8E44B56D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5" name="Freeform 87">
              <a:extLst>
                <a:ext uri="{FF2B5EF4-FFF2-40B4-BE49-F238E27FC236}">
                  <a16:creationId xmlns:a16="http://schemas.microsoft.com/office/drawing/2014/main" id="{F2C8CF55-D4DB-2F92-95E7-FDBE71E4F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5879331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6" name="Freeform 88">
              <a:extLst>
                <a:ext uri="{FF2B5EF4-FFF2-40B4-BE49-F238E27FC236}">
                  <a16:creationId xmlns:a16="http://schemas.microsoft.com/office/drawing/2014/main" id="{3EED8448-8179-1517-2184-C4B6CFC22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7" name="Freeform 89">
              <a:extLst>
                <a:ext uri="{FF2B5EF4-FFF2-40B4-BE49-F238E27FC236}">
                  <a16:creationId xmlns:a16="http://schemas.microsoft.com/office/drawing/2014/main" id="{899EAFE2-08DE-BF6F-54D6-50CB1262B912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8" name="Freeform 90">
              <a:extLst>
                <a:ext uri="{FF2B5EF4-FFF2-40B4-BE49-F238E27FC236}">
                  <a16:creationId xmlns:a16="http://schemas.microsoft.com/office/drawing/2014/main" id="{B648405A-5A6F-1562-ABCA-BF9801E94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9" name="Freeform 91">
              <a:extLst>
                <a:ext uri="{FF2B5EF4-FFF2-40B4-BE49-F238E27FC236}">
                  <a16:creationId xmlns:a16="http://schemas.microsoft.com/office/drawing/2014/main" id="{642E2731-7E0E-842D-13FD-5B5FC70D7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</p:grpSp>
    </p:spTree>
    <p:extLst>
      <p:ext uri="{BB962C8B-B14F-4D97-AF65-F5344CB8AC3E}">
        <p14:creationId xmlns:p14="http://schemas.microsoft.com/office/powerpoint/2010/main" val="977588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45918-8F10-7A49-B32F-4A690750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A93FC-113F-793E-F205-1D62E3C14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657DD-1AFD-F741-A864-C6D6453BD5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4"/>
            <a:ext cx="5157787" cy="41134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4AE1D7-271F-DECB-6706-F568E8742E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9F301E-8831-0486-F0EB-98E670E60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5183188" cy="4113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BA7727-280A-4460-7F58-8C06872D70C1}"/>
              </a:ext>
            </a:extLst>
          </p:cNvPr>
          <p:cNvGrpSpPr/>
          <p:nvPr userDrawn="1"/>
        </p:nvGrpSpPr>
        <p:grpSpPr>
          <a:xfrm>
            <a:off x="8868228" y="4885517"/>
            <a:ext cx="6210663" cy="6849283"/>
            <a:chOff x="4843448" y="0"/>
            <a:chExt cx="6218568" cy="6858000"/>
          </a:xfrm>
        </p:grpSpPr>
        <p:sp>
          <p:nvSpPr>
            <p:cNvPr id="11" name="Freeform 27">
              <a:extLst>
                <a:ext uri="{FF2B5EF4-FFF2-40B4-BE49-F238E27FC236}">
                  <a16:creationId xmlns:a16="http://schemas.microsoft.com/office/drawing/2014/main" id="{F082B757-551D-BFD0-D9C8-A77F6FB3D5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" name="Freeform 28">
              <a:extLst>
                <a:ext uri="{FF2B5EF4-FFF2-40B4-BE49-F238E27FC236}">
                  <a16:creationId xmlns:a16="http://schemas.microsoft.com/office/drawing/2014/main" id="{7D8CAA5F-87C5-028B-D437-028039F040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" name="Freeform 29">
              <a:extLst>
                <a:ext uri="{FF2B5EF4-FFF2-40B4-BE49-F238E27FC236}">
                  <a16:creationId xmlns:a16="http://schemas.microsoft.com/office/drawing/2014/main" id="{5A927FF1-9CB8-6C86-53AB-0048A1C9E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7030A0">
                <a:alpha val="1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502057F1-5268-8009-6512-87EEEDF76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0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" name="Freeform 31">
              <a:extLst>
                <a:ext uri="{FF2B5EF4-FFF2-40B4-BE49-F238E27FC236}">
                  <a16:creationId xmlns:a16="http://schemas.microsoft.com/office/drawing/2014/main" id="{702FDD14-592E-25B7-E172-B3092DDD7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" name="Freeform 32">
              <a:extLst>
                <a:ext uri="{FF2B5EF4-FFF2-40B4-BE49-F238E27FC236}">
                  <a16:creationId xmlns:a16="http://schemas.microsoft.com/office/drawing/2014/main" id="{405C65E9-DC23-24DE-EA74-D17A4CAEAD7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7" name="Freeform 33">
              <a:extLst>
                <a:ext uri="{FF2B5EF4-FFF2-40B4-BE49-F238E27FC236}">
                  <a16:creationId xmlns:a16="http://schemas.microsoft.com/office/drawing/2014/main" id="{5CF7E7D8-7097-A138-34E8-B279462C2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8" name="Freeform 36">
              <a:extLst>
                <a:ext uri="{FF2B5EF4-FFF2-40B4-BE49-F238E27FC236}">
                  <a16:creationId xmlns:a16="http://schemas.microsoft.com/office/drawing/2014/main" id="{47D07B11-4EE4-5251-D429-07719A13FB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9" name="Freeform 37">
              <a:extLst>
                <a:ext uri="{FF2B5EF4-FFF2-40B4-BE49-F238E27FC236}">
                  <a16:creationId xmlns:a16="http://schemas.microsoft.com/office/drawing/2014/main" id="{6283BDF8-FD07-5236-BFAD-BE4578C310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98110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0" name="Freeform 38">
              <a:extLst>
                <a:ext uri="{FF2B5EF4-FFF2-40B4-BE49-F238E27FC236}">
                  <a16:creationId xmlns:a16="http://schemas.microsoft.com/office/drawing/2014/main" id="{8E834608-0F02-602F-A4E9-40323E489F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1" name="Freeform 39">
              <a:extLst>
                <a:ext uri="{FF2B5EF4-FFF2-40B4-BE49-F238E27FC236}">
                  <a16:creationId xmlns:a16="http://schemas.microsoft.com/office/drawing/2014/main" id="{6AAA466E-3662-619B-12EB-1E32DB12F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981109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accent6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2" name="Freeform 40">
              <a:extLst>
                <a:ext uri="{FF2B5EF4-FFF2-40B4-BE49-F238E27FC236}">
                  <a16:creationId xmlns:a16="http://schemas.microsoft.com/office/drawing/2014/main" id="{1B9F24E4-E45B-18E1-1623-BB712898037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3" name="Freeform 41">
              <a:extLst>
                <a:ext uri="{FF2B5EF4-FFF2-40B4-BE49-F238E27FC236}">
                  <a16:creationId xmlns:a16="http://schemas.microsoft.com/office/drawing/2014/main" id="{90FDC55B-55F2-B5E3-1923-6D4C06AA8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4" name="Freeform 42">
              <a:extLst>
                <a:ext uri="{FF2B5EF4-FFF2-40B4-BE49-F238E27FC236}">
                  <a16:creationId xmlns:a16="http://schemas.microsoft.com/office/drawing/2014/main" id="{C828FA0B-B008-4563-DD80-BB7CFFAA6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97866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5" name="Freeform 43">
              <a:extLst>
                <a:ext uri="{FF2B5EF4-FFF2-40B4-BE49-F238E27FC236}">
                  <a16:creationId xmlns:a16="http://schemas.microsoft.com/office/drawing/2014/main" id="{B47C5B80-9105-E4E9-985C-2537289D9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6" name="Freeform 44">
              <a:extLst>
                <a:ext uri="{FF2B5EF4-FFF2-40B4-BE49-F238E27FC236}">
                  <a16:creationId xmlns:a16="http://schemas.microsoft.com/office/drawing/2014/main" id="{57355B73-72EF-E156-858C-6649EAA07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7" name="Freeform 46">
              <a:extLst>
                <a:ext uri="{FF2B5EF4-FFF2-40B4-BE49-F238E27FC236}">
                  <a16:creationId xmlns:a16="http://schemas.microsoft.com/office/drawing/2014/main" id="{01CBE33E-FBB1-8AF4-6A64-34FE232C22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8" name="Freeform 47">
              <a:extLst>
                <a:ext uri="{FF2B5EF4-FFF2-40B4-BE49-F238E27FC236}">
                  <a16:creationId xmlns:a16="http://schemas.microsoft.com/office/drawing/2014/main" id="{2B5C635E-8A0F-18A0-CE86-372CD99D09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9" name="Freeform 48">
              <a:extLst>
                <a:ext uri="{FF2B5EF4-FFF2-40B4-BE49-F238E27FC236}">
                  <a16:creationId xmlns:a16="http://schemas.microsoft.com/office/drawing/2014/main" id="{64071503-0EB1-5249-64CA-1DECB0768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0" name="Freeform 49">
              <a:extLst>
                <a:ext uri="{FF2B5EF4-FFF2-40B4-BE49-F238E27FC236}">
                  <a16:creationId xmlns:a16="http://schemas.microsoft.com/office/drawing/2014/main" id="{A9C5AE0F-450B-9315-C5C5-2777FF016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1957336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1" name="Freeform 50">
              <a:extLst>
                <a:ext uri="{FF2B5EF4-FFF2-40B4-BE49-F238E27FC236}">
                  <a16:creationId xmlns:a16="http://schemas.microsoft.com/office/drawing/2014/main" id="{D5F326C2-5E9E-89EA-25D4-9516C9064B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2" name="Freeform 51">
              <a:extLst>
                <a:ext uri="{FF2B5EF4-FFF2-40B4-BE49-F238E27FC236}">
                  <a16:creationId xmlns:a16="http://schemas.microsoft.com/office/drawing/2014/main" id="{55812843-21D9-C54F-33F2-71D5CCDF7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506" y="996324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3" name="Freeform 52">
              <a:extLst>
                <a:ext uri="{FF2B5EF4-FFF2-40B4-BE49-F238E27FC236}">
                  <a16:creationId xmlns:a16="http://schemas.microsoft.com/office/drawing/2014/main" id="{AD0EA826-C31D-6433-D757-9D39D27E9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4" name="Freeform 53">
              <a:extLst>
                <a:ext uri="{FF2B5EF4-FFF2-40B4-BE49-F238E27FC236}">
                  <a16:creationId xmlns:a16="http://schemas.microsoft.com/office/drawing/2014/main" id="{FE231689-C397-3417-62A4-0A8AD72A696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5" name="Freeform 56">
              <a:extLst>
                <a:ext uri="{FF2B5EF4-FFF2-40B4-BE49-F238E27FC236}">
                  <a16:creationId xmlns:a16="http://schemas.microsoft.com/office/drawing/2014/main" id="{E9915A3E-649E-2DAF-F424-2363306870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6" name="Freeform 57">
              <a:extLst>
                <a:ext uri="{FF2B5EF4-FFF2-40B4-BE49-F238E27FC236}">
                  <a16:creationId xmlns:a16="http://schemas.microsoft.com/office/drawing/2014/main" id="{13834030-6BFB-A616-E49B-309AB4520B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7" name="Freeform 58">
              <a:extLst>
                <a:ext uri="{FF2B5EF4-FFF2-40B4-BE49-F238E27FC236}">
                  <a16:creationId xmlns:a16="http://schemas.microsoft.com/office/drawing/2014/main" id="{C562FC7A-4F83-5BE3-E8D9-7B3055A9E4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2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8" name="Freeform 59">
              <a:extLst>
                <a:ext uri="{FF2B5EF4-FFF2-40B4-BE49-F238E27FC236}">
                  <a16:creationId xmlns:a16="http://schemas.microsoft.com/office/drawing/2014/main" id="{AC28CDF7-92CA-85BC-8BF9-F27887E94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9" name="Freeform 60">
              <a:extLst>
                <a:ext uri="{FF2B5EF4-FFF2-40B4-BE49-F238E27FC236}">
                  <a16:creationId xmlns:a16="http://schemas.microsoft.com/office/drawing/2014/main" id="{4B4DEFB8-2AFD-1A9A-031E-EC2E9D83F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2936005"/>
              <a:ext cx="1132424" cy="981109"/>
            </a:xfrm>
            <a:custGeom>
              <a:avLst/>
              <a:gdLst>
                <a:gd name="T0" fmla="*/ 464 w 464"/>
                <a:gd name="T1" fmla="*/ 0 h 402"/>
                <a:gd name="T2" fmla="*/ 232 w 464"/>
                <a:gd name="T3" fmla="*/ 402 h 402"/>
                <a:gd name="T4" fmla="*/ 0 w 464"/>
                <a:gd name="T5" fmla="*/ 0 h 402"/>
                <a:gd name="T6" fmla="*/ 464 w 464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464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0" name="Freeform 61">
              <a:extLst>
                <a:ext uri="{FF2B5EF4-FFF2-40B4-BE49-F238E27FC236}">
                  <a16:creationId xmlns:a16="http://schemas.microsoft.com/office/drawing/2014/main" id="{B6DA3C4C-3E84-9698-E2B1-3C5211789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1" name="Freeform 62">
              <a:extLst>
                <a:ext uri="{FF2B5EF4-FFF2-40B4-BE49-F238E27FC236}">
                  <a16:creationId xmlns:a16="http://schemas.microsoft.com/office/drawing/2014/main" id="{A69B3EE6-DEB5-F9A2-94D5-D571D486F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2" name="Freeform 63">
              <a:extLst>
                <a:ext uri="{FF2B5EF4-FFF2-40B4-BE49-F238E27FC236}">
                  <a16:creationId xmlns:a16="http://schemas.microsoft.com/office/drawing/2014/main" id="{3EB53AB0-40F2-2CEC-4EBF-D4DE147EF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3" name="Freeform 65">
              <a:extLst>
                <a:ext uri="{FF2B5EF4-FFF2-40B4-BE49-F238E27FC236}">
                  <a16:creationId xmlns:a16="http://schemas.microsoft.com/office/drawing/2014/main" id="{7ED339C4-F3F3-064B-5763-FD7C105D72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4" name="Freeform 66">
              <a:extLst>
                <a:ext uri="{FF2B5EF4-FFF2-40B4-BE49-F238E27FC236}">
                  <a16:creationId xmlns:a16="http://schemas.microsoft.com/office/drawing/2014/main" id="{16678217-C9B5-CEF6-9223-16EF6A7DF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1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1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5" name="Freeform 67">
              <a:extLst>
                <a:ext uri="{FF2B5EF4-FFF2-40B4-BE49-F238E27FC236}">
                  <a16:creationId xmlns:a16="http://schemas.microsoft.com/office/drawing/2014/main" id="{3AA50253-3CDC-687A-68EB-BB52C59AE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3917114"/>
              <a:ext cx="1132424" cy="983550"/>
            </a:xfrm>
            <a:custGeom>
              <a:avLst/>
              <a:gdLst>
                <a:gd name="T0" fmla="*/ 0 w 464"/>
                <a:gd name="T1" fmla="*/ 403 h 403"/>
                <a:gd name="T2" fmla="*/ 232 w 464"/>
                <a:gd name="T3" fmla="*/ 0 h 403"/>
                <a:gd name="T4" fmla="*/ 464 w 464"/>
                <a:gd name="T5" fmla="*/ 403 h 403"/>
                <a:gd name="T6" fmla="*/ 0 w 464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0" y="403"/>
                  </a:moveTo>
                  <a:lnTo>
                    <a:pt x="232" y="0"/>
                  </a:lnTo>
                  <a:lnTo>
                    <a:pt x="464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6" name="Freeform 68">
              <a:extLst>
                <a:ext uri="{FF2B5EF4-FFF2-40B4-BE49-F238E27FC236}">
                  <a16:creationId xmlns:a16="http://schemas.microsoft.com/office/drawing/2014/main" id="{FED65FDF-85EE-90D2-8815-016744D96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2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7" name="Freeform 69">
              <a:extLst>
                <a:ext uri="{FF2B5EF4-FFF2-40B4-BE49-F238E27FC236}">
                  <a16:creationId xmlns:a16="http://schemas.microsoft.com/office/drawing/2014/main" id="{14645841-AE45-4011-D10E-A694F45430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1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1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8" name="Freeform 70">
              <a:extLst>
                <a:ext uri="{FF2B5EF4-FFF2-40B4-BE49-F238E27FC236}">
                  <a16:creationId xmlns:a16="http://schemas.microsoft.com/office/drawing/2014/main" id="{2A99B40C-799E-B64D-4EC8-44A7DB329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9" name="Freeform 71">
              <a:extLst>
                <a:ext uri="{FF2B5EF4-FFF2-40B4-BE49-F238E27FC236}">
                  <a16:creationId xmlns:a16="http://schemas.microsoft.com/office/drawing/2014/main" id="{9133F874-3CEB-F93D-5E4B-2437EF4EE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2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2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0" name="Freeform 74">
              <a:extLst>
                <a:ext uri="{FF2B5EF4-FFF2-40B4-BE49-F238E27FC236}">
                  <a16:creationId xmlns:a16="http://schemas.microsoft.com/office/drawing/2014/main" id="{D828A588-8836-BF99-9143-2EF4393899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1" name="Freeform 75">
              <a:extLst>
                <a:ext uri="{FF2B5EF4-FFF2-40B4-BE49-F238E27FC236}">
                  <a16:creationId xmlns:a16="http://schemas.microsoft.com/office/drawing/2014/main" id="{67BC59E8-7A12-3902-687F-C6777EFB16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4900662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2" name="Freeform 76">
              <a:extLst>
                <a:ext uri="{FF2B5EF4-FFF2-40B4-BE49-F238E27FC236}">
                  <a16:creationId xmlns:a16="http://schemas.microsoft.com/office/drawing/2014/main" id="{F21FEC9C-4891-0E8C-26DA-604FFA55CF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3" name="Freeform 77">
              <a:extLst>
                <a:ext uri="{FF2B5EF4-FFF2-40B4-BE49-F238E27FC236}">
                  <a16:creationId xmlns:a16="http://schemas.microsoft.com/office/drawing/2014/main" id="{BCD3D234-AD23-C6ED-ABB2-163CF987D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4" name="Freeform 78">
              <a:extLst>
                <a:ext uri="{FF2B5EF4-FFF2-40B4-BE49-F238E27FC236}">
                  <a16:creationId xmlns:a16="http://schemas.microsoft.com/office/drawing/2014/main" id="{70718F77-FE0C-44A9-F0CD-91D6FA2AD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5" name="Freeform 79">
              <a:extLst>
                <a:ext uri="{FF2B5EF4-FFF2-40B4-BE49-F238E27FC236}">
                  <a16:creationId xmlns:a16="http://schemas.microsoft.com/office/drawing/2014/main" id="{07CDB0D3-8599-5335-7798-40DB686E2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6" name="Freeform 80">
              <a:extLst>
                <a:ext uri="{FF2B5EF4-FFF2-40B4-BE49-F238E27FC236}">
                  <a16:creationId xmlns:a16="http://schemas.microsoft.com/office/drawing/2014/main" id="{1CAC68C5-FEDA-4193-2A2D-04D112F7C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7" name="Freeform 81">
              <a:extLst>
                <a:ext uri="{FF2B5EF4-FFF2-40B4-BE49-F238E27FC236}">
                  <a16:creationId xmlns:a16="http://schemas.microsoft.com/office/drawing/2014/main" id="{0291BF50-44A1-D791-F095-3CB34386D0B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8" name="Freeform 84">
              <a:extLst>
                <a:ext uri="{FF2B5EF4-FFF2-40B4-BE49-F238E27FC236}">
                  <a16:creationId xmlns:a16="http://schemas.microsoft.com/office/drawing/2014/main" id="{AAD0AB95-7308-D811-93F2-26674F4B42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9" name="Freeform 85">
              <a:extLst>
                <a:ext uri="{FF2B5EF4-FFF2-40B4-BE49-F238E27FC236}">
                  <a16:creationId xmlns:a16="http://schemas.microsoft.com/office/drawing/2014/main" id="{162F9F84-3969-8DC5-009B-69A457DEDA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0" name="Freeform 86">
              <a:extLst>
                <a:ext uri="{FF2B5EF4-FFF2-40B4-BE49-F238E27FC236}">
                  <a16:creationId xmlns:a16="http://schemas.microsoft.com/office/drawing/2014/main" id="{75A8F0B5-64C8-E6BA-371D-5784EA63D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1" name="Freeform 87">
              <a:extLst>
                <a:ext uri="{FF2B5EF4-FFF2-40B4-BE49-F238E27FC236}">
                  <a16:creationId xmlns:a16="http://schemas.microsoft.com/office/drawing/2014/main" id="{865D6764-9389-1E27-E14B-DCE2FD1E8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5879331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2" name="Freeform 88">
              <a:extLst>
                <a:ext uri="{FF2B5EF4-FFF2-40B4-BE49-F238E27FC236}">
                  <a16:creationId xmlns:a16="http://schemas.microsoft.com/office/drawing/2014/main" id="{B42C5CBE-4D55-E779-77F0-AA6EEDA22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3" name="Freeform 89">
              <a:extLst>
                <a:ext uri="{FF2B5EF4-FFF2-40B4-BE49-F238E27FC236}">
                  <a16:creationId xmlns:a16="http://schemas.microsoft.com/office/drawing/2014/main" id="{79137C29-4478-FBF5-E0B0-0911B8998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4" name="Freeform 90">
              <a:extLst>
                <a:ext uri="{FF2B5EF4-FFF2-40B4-BE49-F238E27FC236}">
                  <a16:creationId xmlns:a16="http://schemas.microsoft.com/office/drawing/2014/main" id="{C30DA11A-5A28-2F5B-4E13-C3B4A7C87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5" name="Freeform 91">
              <a:extLst>
                <a:ext uri="{FF2B5EF4-FFF2-40B4-BE49-F238E27FC236}">
                  <a16:creationId xmlns:a16="http://schemas.microsoft.com/office/drawing/2014/main" id="{9968BE34-9DB6-3638-E50D-4321D6072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BF8663A-DB43-FAB1-5392-2A6CE7F05D9E}"/>
              </a:ext>
            </a:extLst>
          </p:cNvPr>
          <p:cNvGrpSpPr/>
          <p:nvPr userDrawn="1"/>
        </p:nvGrpSpPr>
        <p:grpSpPr>
          <a:xfrm>
            <a:off x="-2267132" y="-2916741"/>
            <a:ext cx="6210663" cy="6849283"/>
            <a:chOff x="4843448" y="0"/>
            <a:chExt cx="6218568" cy="6858000"/>
          </a:xfrm>
        </p:grpSpPr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A4E7A387-17BD-1078-5C74-3DFB40E126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6BA021D9-0695-F332-73B0-5A96246FA7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866D29FB-7DD8-E4B2-6083-D9D257546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57282B7F-3154-E769-EA40-FBDC65563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0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4394A0AD-AD33-3594-2884-68B9B64AD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B6AF644E-443B-2459-25C2-0DD18DBE4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FCADDC26-141D-08E3-E2FC-A129D507B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4" name="Freeform 36">
              <a:extLst>
                <a:ext uri="{FF2B5EF4-FFF2-40B4-BE49-F238E27FC236}">
                  <a16:creationId xmlns:a16="http://schemas.microsoft.com/office/drawing/2014/main" id="{304080BF-9AA1-C963-D111-000AA97FD4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0129C8A3-FA65-9745-3169-8CB70B343C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98110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6" name="Freeform 38">
              <a:extLst>
                <a:ext uri="{FF2B5EF4-FFF2-40B4-BE49-F238E27FC236}">
                  <a16:creationId xmlns:a16="http://schemas.microsoft.com/office/drawing/2014/main" id="{F3897C14-8759-B3A1-F467-95303DD528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7" name="Freeform 39">
              <a:extLst>
                <a:ext uri="{FF2B5EF4-FFF2-40B4-BE49-F238E27FC236}">
                  <a16:creationId xmlns:a16="http://schemas.microsoft.com/office/drawing/2014/main" id="{912D8A33-906D-53F0-8B27-60B02A8BA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981109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8" name="Freeform 40">
              <a:extLst>
                <a:ext uri="{FF2B5EF4-FFF2-40B4-BE49-F238E27FC236}">
                  <a16:creationId xmlns:a16="http://schemas.microsoft.com/office/drawing/2014/main" id="{DA9435F8-5C12-6706-B4D4-90906D171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9" name="Freeform 41">
              <a:extLst>
                <a:ext uri="{FF2B5EF4-FFF2-40B4-BE49-F238E27FC236}">
                  <a16:creationId xmlns:a16="http://schemas.microsoft.com/office/drawing/2014/main" id="{5CE62B89-DE4A-BD91-879D-EFE43313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0" name="Freeform 42">
              <a:extLst>
                <a:ext uri="{FF2B5EF4-FFF2-40B4-BE49-F238E27FC236}">
                  <a16:creationId xmlns:a16="http://schemas.microsoft.com/office/drawing/2014/main" id="{DD6D556A-8B81-746A-1FA8-D2C56035837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97866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1" name="Freeform 43">
              <a:extLst>
                <a:ext uri="{FF2B5EF4-FFF2-40B4-BE49-F238E27FC236}">
                  <a16:creationId xmlns:a16="http://schemas.microsoft.com/office/drawing/2014/main" id="{42034901-337A-0CA9-34FA-2CE260864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2" name="Freeform 44">
              <a:extLst>
                <a:ext uri="{FF2B5EF4-FFF2-40B4-BE49-F238E27FC236}">
                  <a16:creationId xmlns:a16="http://schemas.microsoft.com/office/drawing/2014/main" id="{DC9F550B-FB02-00ED-66C5-513F25F4D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3" name="Freeform 46">
              <a:extLst>
                <a:ext uri="{FF2B5EF4-FFF2-40B4-BE49-F238E27FC236}">
                  <a16:creationId xmlns:a16="http://schemas.microsoft.com/office/drawing/2014/main" id="{9A225817-8C7B-CD42-220D-85366F423A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4" name="Freeform 47">
              <a:extLst>
                <a:ext uri="{FF2B5EF4-FFF2-40B4-BE49-F238E27FC236}">
                  <a16:creationId xmlns:a16="http://schemas.microsoft.com/office/drawing/2014/main" id="{2370AAA0-789D-0AD7-7C15-B1B8FA793A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5" name="Freeform 48">
              <a:extLst>
                <a:ext uri="{FF2B5EF4-FFF2-40B4-BE49-F238E27FC236}">
                  <a16:creationId xmlns:a16="http://schemas.microsoft.com/office/drawing/2014/main" id="{46EBF5C1-1A74-89A3-0E2F-7E17B4F16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6" name="Freeform 49">
              <a:extLst>
                <a:ext uri="{FF2B5EF4-FFF2-40B4-BE49-F238E27FC236}">
                  <a16:creationId xmlns:a16="http://schemas.microsoft.com/office/drawing/2014/main" id="{96732E1D-2375-0D05-8DB0-8EF7A0F24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1957336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7" name="Freeform 50">
              <a:extLst>
                <a:ext uri="{FF2B5EF4-FFF2-40B4-BE49-F238E27FC236}">
                  <a16:creationId xmlns:a16="http://schemas.microsoft.com/office/drawing/2014/main" id="{D53100CC-0209-3552-FDE7-5E27CC299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8" name="Freeform 51">
              <a:extLst>
                <a:ext uri="{FF2B5EF4-FFF2-40B4-BE49-F238E27FC236}">
                  <a16:creationId xmlns:a16="http://schemas.microsoft.com/office/drawing/2014/main" id="{2BAA53EF-CDE1-21C1-DD82-C78C5418B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9" name="Freeform 52">
              <a:extLst>
                <a:ext uri="{FF2B5EF4-FFF2-40B4-BE49-F238E27FC236}">
                  <a16:creationId xmlns:a16="http://schemas.microsoft.com/office/drawing/2014/main" id="{9019F421-70E6-1F5E-5656-49CAE0C55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0" name="Freeform 53">
              <a:extLst>
                <a:ext uri="{FF2B5EF4-FFF2-40B4-BE49-F238E27FC236}">
                  <a16:creationId xmlns:a16="http://schemas.microsoft.com/office/drawing/2014/main" id="{9FA2F9A7-1851-9FBC-7F9C-00E87D088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1" name="Freeform 56">
              <a:extLst>
                <a:ext uri="{FF2B5EF4-FFF2-40B4-BE49-F238E27FC236}">
                  <a16:creationId xmlns:a16="http://schemas.microsoft.com/office/drawing/2014/main" id="{D118927A-7DBD-2210-4A61-319C2F7F6F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2" name="Freeform 57">
              <a:extLst>
                <a:ext uri="{FF2B5EF4-FFF2-40B4-BE49-F238E27FC236}">
                  <a16:creationId xmlns:a16="http://schemas.microsoft.com/office/drawing/2014/main" id="{D28427FF-9882-CFA3-3A67-62C521697E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3" name="Freeform 58">
              <a:extLst>
                <a:ext uri="{FF2B5EF4-FFF2-40B4-BE49-F238E27FC236}">
                  <a16:creationId xmlns:a16="http://schemas.microsoft.com/office/drawing/2014/main" id="{C0D4D0D2-035D-23FA-12CB-A3C82471EF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2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4" name="Freeform 59">
              <a:extLst>
                <a:ext uri="{FF2B5EF4-FFF2-40B4-BE49-F238E27FC236}">
                  <a16:creationId xmlns:a16="http://schemas.microsoft.com/office/drawing/2014/main" id="{6250A5AF-0913-D634-B85E-82D4C7C4C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5" name="Freeform 60">
              <a:extLst>
                <a:ext uri="{FF2B5EF4-FFF2-40B4-BE49-F238E27FC236}">
                  <a16:creationId xmlns:a16="http://schemas.microsoft.com/office/drawing/2014/main" id="{EA3E0622-3703-D627-F1C6-0DF38DF550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2936005"/>
              <a:ext cx="1132424" cy="981109"/>
            </a:xfrm>
            <a:custGeom>
              <a:avLst/>
              <a:gdLst>
                <a:gd name="T0" fmla="*/ 464 w 464"/>
                <a:gd name="T1" fmla="*/ 0 h 402"/>
                <a:gd name="T2" fmla="*/ 232 w 464"/>
                <a:gd name="T3" fmla="*/ 402 h 402"/>
                <a:gd name="T4" fmla="*/ 0 w 464"/>
                <a:gd name="T5" fmla="*/ 0 h 402"/>
                <a:gd name="T6" fmla="*/ 464 w 464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464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accent6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6" name="Freeform 61">
              <a:extLst>
                <a:ext uri="{FF2B5EF4-FFF2-40B4-BE49-F238E27FC236}">
                  <a16:creationId xmlns:a16="http://schemas.microsoft.com/office/drawing/2014/main" id="{6699A064-B4B7-861B-FDC2-5C7909EC3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7" name="Freeform 62">
              <a:extLst>
                <a:ext uri="{FF2B5EF4-FFF2-40B4-BE49-F238E27FC236}">
                  <a16:creationId xmlns:a16="http://schemas.microsoft.com/office/drawing/2014/main" id="{8641F755-1C42-2DB8-0D85-15BB204CE05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1">
                <a:lumMod val="7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8" name="Freeform 63">
              <a:extLst>
                <a:ext uri="{FF2B5EF4-FFF2-40B4-BE49-F238E27FC236}">
                  <a16:creationId xmlns:a16="http://schemas.microsoft.com/office/drawing/2014/main" id="{EEA7CFF4-391D-705C-58D1-A65429C1F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9" name="Freeform 65">
              <a:extLst>
                <a:ext uri="{FF2B5EF4-FFF2-40B4-BE49-F238E27FC236}">
                  <a16:creationId xmlns:a16="http://schemas.microsoft.com/office/drawing/2014/main" id="{9DCF323B-09F7-06D2-5B43-28ED4E1A7E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0" name="Freeform 66">
              <a:extLst>
                <a:ext uri="{FF2B5EF4-FFF2-40B4-BE49-F238E27FC236}">
                  <a16:creationId xmlns:a16="http://schemas.microsoft.com/office/drawing/2014/main" id="{F7FDC7C3-FA62-C427-144D-761F5A965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2263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1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1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1" name="Freeform 67">
              <a:extLst>
                <a:ext uri="{FF2B5EF4-FFF2-40B4-BE49-F238E27FC236}">
                  <a16:creationId xmlns:a16="http://schemas.microsoft.com/office/drawing/2014/main" id="{E4579466-A40B-41C3-AD07-E4E0534E0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3917114"/>
              <a:ext cx="1132424" cy="983550"/>
            </a:xfrm>
            <a:custGeom>
              <a:avLst/>
              <a:gdLst>
                <a:gd name="T0" fmla="*/ 0 w 464"/>
                <a:gd name="T1" fmla="*/ 403 h 403"/>
                <a:gd name="T2" fmla="*/ 232 w 464"/>
                <a:gd name="T3" fmla="*/ 0 h 403"/>
                <a:gd name="T4" fmla="*/ 464 w 464"/>
                <a:gd name="T5" fmla="*/ 403 h 403"/>
                <a:gd name="T6" fmla="*/ 0 w 464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0" y="403"/>
                  </a:moveTo>
                  <a:lnTo>
                    <a:pt x="232" y="0"/>
                  </a:lnTo>
                  <a:lnTo>
                    <a:pt x="464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2" name="Freeform 68">
              <a:extLst>
                <a:ext uri="{FF2B5EF4-FFF2-40B4-BE49-F238E27FC236}">
                  <a16:creationId xmlns:a16="http://schemas.microsoft.com/office/drawing/2014/main" id="{23E54769-E825-FB5C-1386-7894A904F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2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3" name="Freeform 69">
              <a:extLst>
                <a:ext uri="{FF2B5EF4-FFF2-40B4-BE49-F238E27FC236}">
                  <a16:creationId xmlns:a16="http://schemas.microsoft.com/office/drawing/2014/main" id="{A9E01620-2E74-E96A-B0D2-99635EB37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1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1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4" name="Freeform 70">
              <a:extLst>
                <a:ext uri="{FF2B5EF4-FFF2-40B4-BE49-F238E27FC236}">
                  <a16:creationId xmlns:a16="http://schemas.microsoft.com/office/drawing/2014/main" id="{46D2EF54-5D8C-AE66-F933-B18C8E762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5" name="Freeform 71">
              <a:extLst>
                <a:ext uri="{FF2B5EF4-FFF2-40B4-BE49-F238E27FC236}">
                  <a16:creationId xmlns:a16="http://schemas.microsoft.com/office/drawing/2014/main" id="{647EAF66-65A6-9EE9-A32A-A30C3916F8E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2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2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6" name="Freeform 74">
              <a:extLst>
                <a:ext uri="{FF2B5EF4-FFF2-40B4-BE49-F238E27FC236}">
                  <a16:creationId xmlns:a16="http://schemas.microsoft.com/office/drawing/2014/main" id="{75A25E6A-B0CE-42A2-AC49-791D7D356B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7" name="Freeform 75">
              <a:extLst>
                <a:ext uri="{FF2B5EF4-FFF2-40B4-BE49-F238E27FC236}">
                  <a16:creationId xmlns:a16="http://schemas.microsoft.com/office/drawing/2014/main" id="{CBA9D912-EFD0-2CB2-8138-AF9AF341C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4900662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8" name="Freeform 76">
              <a:extLst>
                <a:ext uri="{FF2B5EF4-FFF2-40B4-BE49-F238E27FC236}">
                  <a16:creationId xmlns:a16="http://schemas.microsoft.com/office/drawing/2014/main" id="{ACFB40FD-8A56-DEBE-F104-CED00DB8FA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9" name="Freeform 77">
              <a:extLst>
                <a:ext uri="{FF2B5EF4-FFF2-40B4-BE49-F238E27FC236}">
                  <a16:creationId xmlns:a16="http://schemas.microsoft.com/office/drawing/2014/main" id="{5B9A68E4-466B-1DC1-D895-467EA909C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0" name="Freeform 78">
              <a:extLst>
                <a:ext uri="{FF2B5EF4-FFF2-40B4-BE49-F238E27FC236}">
                  <a16:creationId xmlns:a16="http://schemas.microsoft.com/office/drawing/2014/main" id="{7C93BE4D-962A-A5E7-02BF-4A7E5E756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3466" y="390607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1" name="Freeform 79">
              <a:extLst>
                <a:ext uri="{FF2B5EF4-FFF2-40B4-BE49-F238E27FC236}">
                  <a16:creationId xmlns:a16="http://schemas.microsoft.com/office/drawing/2014/main" id="{D9A28703-1581-E3B9-E259-774B05203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2" name="Freeform 80">
              <a:extLst>
                <a:ext uri="{FF2B5EF4-FFF2-40B4-BE49-F238E27FC236}">
                  <a16:creationId xmlns:a16="http://schemas.microsoft.com/office/drawing/2014/main" id="{11D58181-B0EF-9518-2FAB-4C8BE4730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3" name="Freeform 81">
              <a:extLst>
                <a:ext uri="{FF2B5EF4-FFF2-40B4-BE49-F238E27FC236}">
                  <a16:creationId xmlns:a16="http://schemas.microsoft.com/office/drawing/2014/main" id="{934DEEEF-F2D5-3939-CB82-A41ED5873437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4" name="Freeform 84">
              <a:extLst>
                <a:ext uri="{FF2B5EF4-FFF2-40B4-BE49-F238E27FC236}">
                  <a16:creationId xmlns:a16="http://schemas.microsoft.com/office/drawing/2014/main" id="{892F6083-B604-0A38-81F1-3B3018142D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5" name="Freeform 85">
              <a:extLst>
                <a:ext uri="{FF2B5EF4-FFF2-40B4-BE49-F238E27FC236}">
                  <a16:creationId xmlns:a16="http://schemas.microsoft.com/office/drawing/2014/main" id="{8B2037D2-0569-0120-934A-CB565D3DD8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6" name="Freeform 86">
              <a:extLst>
                <a:ext uri="{FF2B5EF4-FFF2-40B4-BE49-F238E27FC236}">
                  <a16:creationId xmlns:a16="http://schemas.microsoft.com/office/drawing/2014/main" id="{B8F479DF-E70E-655E-B96C-F5DFC322B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7" name="Freeform 87">
              <a:extLst>
                <a:ext uri="{FF2B5EF4-FFF2-40B4-BE49-F238E27FC236}">
                  <a16:creationId xmlns:a16="http://schemas.microsoft.com/office/drawing/2014/main" id="{761474AD-203E-3E00-F308-B9173EF11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5879331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8" name="Freeform 88">
              <a:extLst>
                <a:ext uri="{FF2B5EF4-FFF2-40B4-BE49-F238E27FC236}">
                  <a16:creationId xmlns:a16="http://schemas.microsoft.com/office/drawing/2014/main" id="{38BA3BF3-9769-DD51-0401-6D56F8A7C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9" name="Freeform 89">
              <a:extLst>
                <a:ext uri="{FF2B5EF4-FFF2-40B4-BE49-F238E27FC236}">
                  <a16:creationId xmlns:a16="http://schemas.microsoft.com/office/drawing/2014/main" id="{40666561-05B2-3E18-678B-226FF9C1E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0" name="Freeform 90">
              <a:extLst>
                <a:ext uri="{FF2B5EF4-FFF2-40B4-BE49-F238E27FC236}">
                  <a16:creationId xmlns:a16="http://schemas.microsoft.com/office/drawing/2014/main" id="{C49DBE9D-5CB5-FBF5-31AE-A058F4FA5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1" name="Freeform 91">
              <a:extLst>
                <a:ext uri="{FF2B5EF4-FFF2-40B4-BE49-F238E27FC236}">
                  <a16:creationId xmlns:a16="http://schemas.microsoft.com/office/drawing/2014/main" id="{D0A833D5-2996-4D24-1D92-62E10E813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</p:grpSp>
    </p:spTree>
    <p:extLst>
      <p:ext uri="{BB962C8B-B14F-4D97-AF65-F5344CB8AC3E}">
        <p14:creationId xmlns:p14="http://schemas.microsoft.com/office/powerpoint/2010/main" val="3727998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66EB5-FDB1-2BB2-335D-823ADDB96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2978D9D-1478-5612-8ED0-7AF16CA367AD}"/>
              </a:ext>
            </a:extLst>
          </p:cNvPr>
          <p:cNvGrpSpPr/>
          <p:nvPr userDrawn="1"/>
        </p:nvGrpSpPr>
        <p:grpSpPr>
          <a:xfrm>
            <a:off x="8810172" y="-2952197"/>
            <a:ext cx="6210663" cy="6849283"/>
            <a:chOff x="4843448" y="0"/>
            <a:chExt cx="6218568" cy="6858000"/>
          </a:xfrm>
        </p:grpSpPr>
        <p:sp>
          <p:nvSpPr>
            <p:cNvPr id="7" name="Freeform 27">
              <a:extLst>
                <a:ext uri="{FF2B5EF4-FFF2-40B4-BE49-F238E27FC236}">
                  <a16:creationId xmlns:a16="http://schemas.microsoft.com/office/drawing/2014/main" id="{AAA7285C-E1B0-4595-19C9-26177C9667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" name="Freeform 28">
              <a:extLst>
                <a:ext uri="{FF2B5EF4-FFF2-40B4-BE49-F238E27FC236}">
                  <a16:creationId xmlns:a16="http://schemas.microsoft.com/office/drawing/2014/main" id="{9D596E36-17ED-E959-AE56-CDF7F7E34F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" name="Freeform 29">
              <a:extLst>
                <a:ext uri="{FF2B5EF4-FFF2-40B4-BE49-F238E27FC236}">
                  <a16:creationId xmlns:a16="http://schemas.microsoft.com/office/drawing/2014/main" id="{A3AD6DC6-ED82-B3C3-6B33-063A7A1E2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8F288FD0-48EE-E934-EA74-826A1617C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0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" name="Freeform 31">
              <a:extLst>
                <a:ext uri="{FF2B5EF4-FFF2-40B4-BE49-F238E27FC236}">
                  <a16:creationId xmlns:a16="http://schemas.microsoft.com/office/drawing/2014/main" id="{C203F378-EA78-9DF9-2A09-81CC17037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DFC2F5F5-FCE3-F18B-EDF4-301D0E73A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67E73A1A-2E80-E3C2-8DFC-0CF0F07EB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" name="Freeform 36">
              <a:extLst>
                <a:ext uri="{FF2B5EF4-FFF2-40B4-BE49-F238E27FC236}">
                  <a16:creationId xmlns:a16="http://schemas.microsoft.com/office/drawing/2014/main" id="{DA35D2E8-710F-6FBB-0138-C261F95560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" name="Freeform 37">
              <a:extLst>
                <a:ext uri="{FF2B5EF4-FFF2-40B4-BE49-F238E27FC236}">
                  <a16:creationId xmlns:a16="http://schemas.microsoft.com/office/drawing/2014/main" id="{9F5F931C-FC64-1184-BD93-BA2F5FAB59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98110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" name="Freeform 38">
              <a:extLst>
                <a:ext uri="{FF2B5EF4-FFF2-40B4-BE49-F238E27FC236}">
                  <a16:creationId xmlns:a16="http://schemas.microsoft.com/office/drawing/2014/main" id="{8B50BD34-E4C1-5707-E3FD-243DA6810B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7" name="Freeform 39">
              <a:extLst>
                <a:ext uri="{FF2B5EF4-FFF2-40B4-BE49-F238E27FC236}">
                  <a16:creationId xmlns:a16="http://schemas.microsoft.com/office/drawing/2014/main" id="{F1694814-33F4-4B1F-662B-C60B65FF9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981109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8" name="Freeform 40">
              <a:extLst>
                <a:ext uri="{FF2B5EF4-FFF2-40B4-BE49-F238E27FC236}">
                  <a16:creationId xmlns:a16="http://schemas.microsoft.com/office/drawing/2014/main" id="{6F9DAD91-67EA-92E1-2B96-15460A579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516EB121-A8F5-CABD-4E1B-36985E774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0" name="Freeform 42">
              <a:extLst>
                <a:ext uri="{FF2B5EF4-FFF2-40B4-BE49-F238E27FC236}">
                  <a16:creationId xmlns:a16="http://schemas.microsoft.com/office/drawing/2014/main" id="{36C31293-B473-7E18-50FB-1D7D148F2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97866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1" name="Freeform 43">
              <a:extLst>
                <a:ext uri="{FF2B5EF4-FFF2-40B4-BE49-F238E27FC236}">
                  <a16:creationId xmlns:a16="http://schemas.microsoft.com/office/drawing/2014/main" id="{7A47BCC7-67FE-9E7F-3877-122DF2E5E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2" name="Freeform 44">
              <a:extLst>
                <a:ext uri="{FF2B5EF4-FFF2-40B4-BE49-F238E27FC236}">
                  <a16:creationId xmlns:a16="http://schemas.microsoft.com/office/drawing/2014/main" id="{62D5952A-4066-6D30-F4C7-3D80C64A0654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3" name="Freeform 46">
              <a:extLst>
                <a:ext uri="{FF2B5EF4-FFF2-40B4-BE49-F238E27FC236}">
                  <a16:creationId xmlns:a16="http://schemas.microsoft.com/office/drawing/2014/main" id="{64DA3981-6A51-0A98-B1B8-4D63E90BDF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4" name="Freeform 47">
              <a:extLst>
                <a:ext uri="{FF2B5EF4-FFF2-40B4-BE49-F238E27FC236}">
                  <a16:creationId xmlns:a16="http://schemas.microsoft.com/office/drawing/2014/main" id="{3ADEC4AF-3551-AB3A-9A23-461F332A91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5" name="Freeform 48">
              <a:extLst>
                <a:ext uri="{FF2B5EF4-FFF2-40B4-BE49-F238E27FC236}">
                  <a16:creationId xmlns:a16="http://schemas.microsoft.com/office/drawing/2014/main" id="{D044EB5A-ECB9-CA91-8456-B6CC20D95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6" name="Freeform 49">
              <a:extLst>
                <a:ext uri="{FF2B5EF4-FFF2-40B4-BE49-F238E27FC236}">
                  <a16:creationId xmlns:a16="http://schemas.microsoft.com/office/drawing/2014/main" id="{41B98BB0-FC7A-92EF-7516-499CCE437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1957336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7" name="Freeform 50">
              <a:extLst>
                <a:ext uri="{FF2B5EF4-FFF2-40B4-BE49-F238E27FC236}">
                  <a16:creationId xmlns:a16="http://schemas.microsoft.com/office/drawing/2014/main" id="{1EB08DCA-C017-6B26-E955-093DD17F2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8" name="Freeform 51">
              <a:extLst>
                <a:ext uri="{FF2B5EF4-FFF2-40B4-BE49-F238E27FC236}">
                  <a16:creationId xmlns:a16="http://schemas.microsoft.com/office/drawing/2014/main" id="{FC2CFCA2-891A-585C-B506-511E0AFF1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9" name="Freeform 52">
              <a:extLst>
                <a:ext uri="{FF2B5EF4-FFF2-40B4-BE49-F238E27FC236}">
                  <a16:creationId xmlns:a16="http://schemas.microsoft.com/office/drawing/2014/main" id="{9733DB7B-AA49-D4E2-3901-9852AF3B8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0" name="Freeform 53">
              <a:extLst>
                <a:ext uri="{FF2B5EF4-FFF2-40B4-BE49-F238E27FC236}">
                  <a16:creationId xmlns:a16="http://schemas.microsoft.com/office/drawing/2014/main" id="{209DBEA2-D010-CED0-AD2B-13C5C7F02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1" name="Freeform 56">
              <a:extLst>
                <a:ext uri="{FF2B5EF4-FFF2-40B4-BE49-F238E27FC236}">
                  <a16:creationId xmlns:a16="http://schemas.microsoft.com/office/drawing/2014/main" id="{203EAEAD-A766-D759-1323-E8A086F9D6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2" name="Freeform 57">
              <a:extLst>
                <a:ext uri="{FF2B5EF4-FFF2-40B4-BE49-F238E27FC236}">
                  <a16:creationId xmlns:a16="http://schemas.microsoft.com/office/drawing/2014/main" id="{3F85DA0D-130B-1C71-22DD-1A05B6E442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3" name="Freeform 58">
              <a:extLst>
                <a:ext uri="{FF2B5EF4-FFF2-40B4-BE49-F238E27FC236}">
                  <a16:creationId xmlns:a16="http://schemas.microsoft.com/office/drawing/2014/main" id="{DD2B6BAF-871E-55E4-37FB-4283129886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2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4" name="Freeform 59">
              <a:extLst>
                <a:ext uri="{FF2B5EF4-FFF2-40B4-BE49-F238E27FC236}">
                  <a16:creationId xmlns:a16="http://schemas.microsoft.com/office/drawing/2014/main" id="{6F6D7D3D-60DB-5641-2095-57F6C14D9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5" name="Freeform 60">
              <a:extLst>
                <a:ext uri="{FF2B5EF4-FFF2-40B4-BE49-F238E27FC236}">
                  <a16:creationId xmlns:a16="http://schemas.microsoft.com/office/drawing/2014/main" id="{959F6738-44F3-3590-C32E-BBD13CD540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2936005"/>
              <a:ext cx="1132424" cy="981109"/>
            </a:xfrm>
            <a:custGeom>
              <a:avLst/>
              <a:gdLst>
                <a:gd name="T0" fmla="*/ 464 w 464"/>
                <a:gd name="T1" fmla="*/ 0 h 402"/>
                <a:gd name="T2" fmla="*/ 232 w 464"/>
                <a:gd name="T3" fmla="*/ 402 h 402"/>
                <a:gd name="T4" fmla="*/ 0 w 464"/>
                <a:gd name="T5" fmla="*/ 0 h 402"/>
                <a:gd name="T6" fmla="*/ 464 w 464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464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6" name="Freeform 61">
              <a:extLst>
                <a:ext uri="{FF2B5EF4-FFF2-40B4-BE49-F238E27FC236}">
                  <a16:creationId xmlns:a16="http://schemas.microsoft.com/office/drawing/2014/main" id="{D2CFBCF3-0F8D-C902-2619-65B0B22B9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7" name="Freeform 62">
              <a:extLst>
                <a:ext uri="{FF2B5EF4-FFF2-40B4-BE49-F238E27FC236}">
                  <a16:creationId xmlns:a16="http://schemas.microsoft.com/office/drawing/2014/main" id="{1EBAD11F-D3B8-5622-2499-FA710939B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8" name="Freeform 63">
              <a:extLst>
                <a:ext uri="{FF2B5EF4-FFF2-40B4-BE49-F238E27FC236}">
                  <a16:creationId xmlns:a16="http://schemas.microsoft.com/office/drawing/2014/main" id="{87945A9B-A072-CE6B-C119-E67E11BF7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9" name="Freeform 65">
              <a:extLst>
                <a:ext uri="{FF2B5EF4-FFF2-40B4-BE49-F238E27FC236}">
                  <a16:creationId xmlns:a16="http://schemas.microsoft.com/office/drawing/2014/main" id="{C84AA7C0-31BD-8256-7260-5290869AC8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0" name="Freeform 66">
              <a:extLst>
                <a:ext uri="{FF2B5EF4-FFF2-40B4-BE49-F238E27FC236}">
                  <a16:creationId xmlns:a16="http://schemas.microsoft.com/office/drawing/2014/main" id="{6EB78E98-8AA2-023D-C971-4C7675CAB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1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1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1" name="Freeform 67">
              <a:extLst>
                <a:ext uri="{FF2B5EF4-FFF2-40B4-BE49-F238E27FC236}">
                  <a16:creationId xmlns:a16="http://schemas.microsoft.com/office/drawing/2014/main" id="{957D0577-B8F2-8D25-3F3D-D2A3F5A59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3917114"/>
              <a:ext cx="1132424" cy="983550"/>
            </a:xfrm>
            <a:custGeom>
              <a:avLst/>
              <a:gdLst>
                <a:gd name="T0" fmla="*/ 0 w 464"/>
                <a:gd name="T1" fmla="*/ 403 h 403"/>
                <a:gd name="T2" fmla="*/ 232 w 464"/>
                <a:gd name="T3" fmla="*/ 0 h 403"/>
                <a:gd name="T4" fmla="*/ 464 w 464"/>
                <a:gd name="T5" fmla="*/ 403 h 403"/>
                <a:gd name="T6" fmla="*/ 0 w 464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0" y="403"/>
                  </a:moveTo>
                  <a:lnTo>
                    <a:pt x="232" y="0"/>
                  </a:lnTo>
                  <a:lnTo>
                    <a:pt x="464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2" name="Freeform 68">
              <a:extLst>
                <a:ext uri="{FF2B5EF4-FFF2-40B4-BE49-F238E27FC236}">
                  <a16:creationId xmlns:a16="http://schemas.microsoft.com/office/drawing/2014/main" id="{1559E0F9-C48C-97D5-41C2-9FA4DE109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2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3" name="Freeform 69">
              <a:extLst>
                <a:ext uri="{FF2B5EF4-FFF2-40B4-BE49-F238E27FC236}">
                  <a16:creationId xmlns:a16="http://schemas.microsoft.com/office/drawing/2014/main" id="{455ADB32-DC53-FD65-B925-56169D3A8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1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1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4" name="Freeform 70">
              <a:extLst>
                <a:ext uri="{FF2B5EF4-FFF2-40B4-BE49-F238E27FC236}">
                  <a16:creationId xmlns:a16="http://schemas.microsoft.com/office/drawing/2014/main" id="{512FB395-C365-D47B-65F5-54E743BA4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5" name="Freeform 71">
              <a:extLst>
                <a:ext uri="{FF2B5EF4-FFF2-40B4-BE49-F238E27FC236}">
                  <a16:creationId xmlns:a16="http://schemas.microsoft.com/office/drawing/2014/main" id="{52D1E841-236D-F412-C9A0-FF90F1FEF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2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2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6" name="Freeform 74">
              <a:extLst>
                <a:ext uri="{FF2B5EF4-FFF2-40B4-BE49-F238E27FC236}">
                  <a16:creationId xmlns:a16="http://schemas.microsoft.com/office/drawing/2014/main" id="{F23F342D-18D0-7504-90F0-C31807051F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7" name="Freeform 75">
              <a:extLst>
                <a:ext uri="{FF2B5EF4-FFF2-40B4-BE49-F238E27FC236}">
                  <a16:creationId xmlns:a16="http://schemas.microsoft.com/office/drawing/2014/main" id="{D4AF45AA-622D-DA0E-8AF1-FCAEED3E16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4900662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8" name="Freeform 76">
              <a:extLst>
                <a:ext uri="{FF2B5EF4-FFF2-40B4-BE49-F238E27FC236}">
                  <a16:creationId xmlns:a16="http://schemas.microsoft.com/office/drawing/2014/main" id="{B7AB380E-6BB7-407C-B214-8F0FB0B602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9" name="Freeform 77">
              <a:extLst>
                <a:ext uri="{FF2B5EF4-FFF2-40B4-BE49-F238E27FC236}">
                  <a16:creationId xmlns:a16="http://schemas.microsoft.com/office/drawing/2014/main" id="{AECA4467-B285-BF8D-C00B-DD0392804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0" name="Freeform 78">
              <a:extLst>
                <a:ext uri="{FF2B5EF4-FFF2-40B4-BE49-F238E27FC236}">
                  <a16:creationId xmlns:a16="http://schemas.microsoft.com/office/drawing/2014/main" id="{53E35997-514E-677A-50DA-B4902936E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1" name="Freeform 79">
              <a:extLst>
                <a:ext uri="{FF2B5EF4-FFF2-40B4-BE49-F238E27FC236}">
                  <a16:creationId xmlns:a16="http://schemas.microsoft.com/office/drawing/2014/main" id="{A289B032-78B7-AEBE-0239-42A59D86733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2" name="Freeform 80">
              <a:extLst>
                <a:ext uri="{FF2B5EF4-FFF2-40B4-BE49-F238E27FC236}">
                  <a16:creationId xmlns:a16="http://schemas.microsoft.com/office/drawing/2014/main" id="{B63D612D-B492-8C0D-E800-7F2BBB43B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3" name="Freeform 81">
              <a:extLst>
                <a:ext uri="{FF2B5EF4-FFF2-40B4-BE49-F238E27FC236}">
                  <a16:creationId xmlns:a16="http://schemas.microsoft.com/office/drawing/2014/main" id="{A0595020-2585-BB1A-BEF4-F9D2D83E0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4" name="Freeform 84">
              <a:extLst>
                <a:ext uri="{FF2B5EF4-FFF2-40B4-BE49-F238E27FC236}">
                  <a16:creationId xmlns:a16="http://schemas.microsoft.com/office/drawing/2014/main" id="{12D9A3AC-1966-06B7-1CD6-8F158C9EB5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5" name="Freeform 85">
              <a:extLst>
                <a:ext uri="{FF2B5EF4-FFF2-40B4-BE49-F238E27FC236}">
                  <a16:creationId xmlns:a16="http://schemas.microsoft.com/office/drawing/2014/main" id="{02521D9C-F88B-748C-E38A-9014BA2BB7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6" name="Freeform 86">
              <a:extLst>
                <a:ext uri="{FF2B5EF4-FFF2-40B4-BE49-F238E27FC236}">
                  <a16:creationId xmlns:a16="http://schemas.microsoft.com/office/drawing/2014/main" id="{BA1D1704-7632-985F-ABCB-8FCD9C7EF0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7" name="Freeform 87">
              <a:extLst>
                <a:ext uri="{FF2B5EF4-FFF2-40B4-BE49-F238E27FC236}">
                  <a16:creationId xmlns:a16="http://schemas.microsoft.com/office/drawing/2014/main" id="{DC99323D-AD91-3D6D-F6C1-97D61BD64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5879331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8" name="Freeform 88">
              <a:extLst>
                <a:ext uri="{FF2B5EF4-FFF2-40B4-BE49-F238E27FC236}">
                  <a16:creationId xmlns:a16="http://schemas.microsoft.com/office/drawing/2014/main" id="{71169A90-BEE0-DA22-9699-8F31E74A1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9" name="Freeform 89">
              <a:extLst>
                <a:ext uri="{FF2B5EF4-FFF2-40B4-BE49-F238E27FC236}">
                  <a16:creationId xmlns:a16="http://schemas.microsoft.com/office/drawing/2014/main" id="{57B69F6C-44D7-017C-2F3D-1CB8D4CB9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0" name="Freeform 90">
              <a:extLst>
                <a:ext uri="{FF2B5EF4-FFF2-40B4-BE49-F238E27FC236}">
                  <a16:creationId xmlns:a16="http://schemas.microsoft.com/office/drawing/2014/main" id="{F5265F6E-7AB5-1E72-46B1-0F3DFEFAF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1" name="Freeform 91">
              <a:extLst>
                <a:ext uri="{FF2B5EF4-FFF2-40B4-BE49-F238E27FC236}">
                  <a16:creationId xmlns:a16="http://schemas.microsoft.com/office/drawing/2014/main" id="{4078CC75-7FB8-63B3-22E5-24456BFE5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66366BF-4B4E-0CB7-4EDC-A4B27A2358B4}"/>
              </a:ext>
            </a:extLst>
          </p:cNvPr>
          <p:cNvGrpSpPr/>
          <p:nvPr userDrawn="1"/>
        </p:nvGrpSpPr>
        <p:grpSpPr>
          <a:xfrm>
            <a:off x="8868228" y="4885517"/>
            <a:ext cx="6210663" cy="6849283"/>
            <a:chOff x="4843448" y="0"/>
            <a:chExt cx="6218568" cy="6858000"/>
          </a:xfrm>
        </p:grpSpPr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69039CCF-E9D2-97BD-6FC0-387EAE7638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91C7004E-F009-A83B-39DC-B8BA8A3DC6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A6D99BC3-45DE-21E6-03D4-374AA76CA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7030A0">
                <a:alpha val="1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6" name="Freeform 30">
              <a:extLst>
                <a:ext uri="{FF2B5EF4-FFF2-40B4-BE49-F238E27FC236}">
                  <a16:creationId xmlns:a16="http://schemas.microsoft.com/office/drawing/2014/main" id="{025FB33D-1961-D365-E6C8-85CBED67A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0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7" name="Freeform 31">
              <a:extLst>
                <a:ext uri="{FF2B5EF4-FFF2-40B4-BE49-F238E27FC236}">
                  <a16:creationId xmlns:a16="http://schemas.microsoft.com/office/drawing/2014/main" id="{61D828FC-FAE6-7E86-F1DA-BB026EA06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8" name="Freeform 32">
              <a:extLst>
                <a:ext uri="{FF2B5EF4-FFF2-40B4-BE49-F238E27FC236}">
                  <a16:creationId xmlns:a16="http://schemas.microsoft.com/office/drawing/2014/main" id="{69BCD791-7C83-FFC5-F5F2-B2555882092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9" name="Freeform 33">
              <a:extLst>
                <a:ext uri="{FF2B5EF4-FFF2-40B4-BE49-F238E27FC236}">
                  <a16:creationId xmlns:a16="http://schemas.microsoft.com/office/drawing/2014/main" id="{FCF309B7-48EA-D646-F97A-327608254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0" name="Freeform 36">
              <a:extLst>
                <a:ext uri="{FF2B5EF4-FFF2-40B4-BE49-F238E27FC236}">
                  <a16:creationId xmlns:a16="http://schemas.microsoft.com/office/drawing/2014/main" id="{EBD07883-B61A-2156-F15D-D7CF2B1837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1" name="Freeform 37">
              <a:extLst>
                <a:ext uri="{FF2B5EF4-FFF2-40B4-BE49-F238E27FC236}">
                  <a16:creationId xmlns:a16="http://schemas.microsoft.com/office/drawing/2014/main" id="{45226E0A-CFA7-8A3B-7EA7-B53186EAD5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98110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2" name="Freeform 38">
              <a:extLst>
                <a:ext uri="{FF2B5EF4-FFF2-40B4-BE49-F238E27FC236}">
                  <a16:creationId xmlns:a16="http://schemas.microsoft.com/office/drawing/2014/main" id="{9ACD1CDC-B208-3CD9-A2D5-967DB49A38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3" name="Freeform 39">
              <a:extLst>
                <a:ext uri="{FF2B5EF4-FFF2-40B4-BE49-F238E27FC236}">
                  <a16:creationId xmlns:a16="http://schemas.microsoft.com/office/drawing/2014/main" id="{FBA5F4F8-F065-2D53-6DF9-A75759D6C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981109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accent6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4" name="Freeform 40">
              <a:extLst>
                <a:ext uri="{FF2B5EF4-FFF2-40B4-BE49-F238E27FC236}">
                  <a16:creationId xmlns:a16="http://schemas.microsoft.com/office/drawing/2014/main" id="{EEB62EF7-D9F0-8602-B4D5-2F5121DE8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5" name="Freeform 41">
              <a:extLst>
                <a:ext uri="{FF2B5EF4-FFF2-40B4-BE49-F238E27FC236}">
                  <a16:creationId xmlns:a16="http://schemas.microsoft.com/office/drawing/2014/main" id="{A228FA12-A637-3959-7D81-A9F93F583B3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6" name="Freeform 42">
              <a:extLst>
                <a:ext uri="{FF2B5EF4-FFF2-40B4-BE49-F238E27FC236}">
                  <a16:creationId xmlns:a16="http://schemas.microsoft.com/office/drawing/2014/main" id="{349449F8-2268-E320-700C-34C21FC7A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97866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7" name="Freeform 43">
              <a:extLst>
                <a:ext uri="{FF2B5EF4-FFF2-40B4-BE49-F238E27FC236}">
                  <a16:creationId xmlns:a16="http://schemas.microsoft.com/office/drawing/2014/main" id="{7219BD8D-9A4C-35DC-6F0A-FA793D1D7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8" name="Freeform 44">
              <a:extLst>
                <a:ext uri="{FF2B5EF4-FFF2-40B4-BE49-F238E27FC236}">
                  <a16:creationId xmlns:a16="http://schemas.microsoft.com/office/drawing/2014/main" id="{A2CEE927-6775-C380-8D22-53CE79F22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9" name="Freeform 46">
              <a:extLst>
                <a:ext uri="{FF2B5EF4-FFF2-40B4-BE49-F238E27FC236}">
                  <a16:creationId xmlns:a16="http://schemas.microsoft.com/office/drawing/2014/main" id="{0E8BD2D4-1672-CC3F-0F1B-3A24F51E28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0" name="Freeform 47">
              <a:extLst>
                <a:ext uri="{FF2B5EF4-FFF2-40B4-BE49-F238E27FC236}">
                  <a16:creationId xmlns:a16="http://schemas.microsoft.com/office/drawing/2014/main" id="{61327652-12EC-D4DE-2379-B9BF3D57A5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1" name="Freeform 48">
              <a:extLst>
                <a:ext uri="{FF2B5EF4-FFF2-40B4-BE49-F238E27FC236}">
                  <a16:creationId xmlns:a16="http://schemas.microsoft.com/office/drawing/2014/main" id="{1663CF6A-0D9F-FB95-E37F-E850B7E45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2" name="Freeform 49">
              <a:extLst>
                <a:ext uri="{FF2B5EF4-FFF2-40B4-BE49-F238E27FC236}">
                  <a16:creationId xmlns:a16="http://schemas.microsoft.com/office/drawing/2014/main" id="{77E8A444-EFD1-D1D6-A3EB-64E3F9C88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1957336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3" name="Freeform 50">
              <a:extLst>
                <a:ext uri="{FF2B5EF4-FFF2-40B4-BE49-F238E27FC236}">
                  <a16:creationId xmlns:a16="http://schemas.microsoft.com/office/drawing/2014/main" id="{D4432C55-E9B9-3ECD-0E30-44A3A9D67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4" name="Freeform 51">
              <a:extLst>
                <a:ext uri="{FF2B5EF4-FFF2-40B4-BE49-F238E27FC236}">
                  <a16:creationId xmlns:a16="http://schemas.microsoft.com/office/drawing/2014/main" id="{DD8F209B-A536-F2AE-7A81-B0FB22A21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506" y="996324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5" name="Freeform 52">
              <a:extLst>
                <a:ext uri="{FF2B5EF4-FFF2-40B4-BE49-F238E27FC236}">
                  <a16:creationId xmlns:a16="http://schemas.microsoft.com/office/drawing/2014/main" id="{EFA38083-B5A0-D070-7F0F-A396D7626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6" name="Freeform 53">
              <a:extLst>
                <a:ext uri="{FF2B5EF4-FFF2-40B4-BE49-F238E27FC236}">
                  <a16:creationId xmlns:a16="http://schemas.microsoft.com/office/drawing/2014/main" id="{031D2DE2-2CA1-C9ED-3F3D-C931124B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7" name="Freeform 56">
              <a:extLst>
                <a:ext uri="{FF2B5EF4-FFF2-40B4-BE49-F238E27FC236}">
                  <a16:creationId xmlns:a16="http://schemas.microsoft.com/office/drawing/2014/main" id="{3A59B762-F8A8-E509-0064-6654640658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8" name="Freeform 57">
              <a:extLst>
                <a:ext uri="{FF2B5EF4-FFF2-40B4-BE49-F238E27FC236}">
                  <a16:creationId xmlns:a16="http://schemas.microsoft.com/office/drawing/2014/main" id="{1BA3F684-4F62-7E50-AEC1-983D5D9CF4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9" name="Freeform 58">
              <a:extLst>
                <a:ext uri="{FF2B5EF4-FFF2-40B4-BE49-F238E27FC236}">
                  <a16:creationId xmlns:a16="http://schemas.microsoft.com/office/drawing/2014/main" id="{11B8A521-50B1-E8B8-7D19-AB9F8C5F9A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2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0" name="Freeform 59">
              <a:extLst>
                <a:ext uri="{FF2B5EF4-FFF2-40B4-BE49-F238E27FC236}">
                  <a16:creationId xmlns:a16="http://schemas.microsoft.com/office/drawing/2014/main" id="{A094D291-5DEE-C9EE-C909-DFE536842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1" name="Freeform 60">
              <a:extLst>
                <a:ext uri="{FF2B5EF4-FFF2-40B4-BE49-F238E27FC236}">
                  <a16:creationId xmlns:a16="http://schemas.microsoft.com/office/drawing/2014/main" id="{0BE54540-B642-979F-B66F-3F70383B4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2936005"/>
              <a:ext cx="1132424" cy="981109"/>
            </a:xfrm>
            <a:custGeom>
              <a:avLst/>
              <a:gdLst>
                <a:gd name="T0" fmla="*/ 464 w 464"/>
                <a:gd name="T1" fmla="*/ 0 h 402"/>
                <a:gd name="T2" fmla="*/ 232 w 464"/>
                <a:gd name="T3" fmla="*/ 402 h 402"/>
                <a:gd name="T4" fmla="*/ 0 w 464"/>
                <a:gd name="T5" fmla="*/ 0 h 402"/>
                <a:gd name="T6" fmla="*/ 464 w 464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464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2" name="Freeform 61">
              <a:extLst>
                <a:ext uri="{FF2B5EF4-FFF2-40B4-BE49-F238E27FC236}">
                  <a16:creationId xmlns:a16="http://schemas.microsoft.com/office/drawing/2014/main" id="{27C9B220-C83C-22C0-650B-A40B01882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3" name="Freeform 62">
              <a:extLst>
                <a:ext uri="{FF2B5EF4-FFF2-40B4-BE49-F238E27FC236}">
                  <a16:creationId xmlns:a16="http://schemas.microsoft.com/office/drawing/2014/main" id="{E85DB6E2-799D-2621-4017-4E1716531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4" name="Freeform 63">
              <a:extLst>
                <a:ext uri="{FF2B5EF4-FFF2-40B4-BE49-F238E27FC236}">
                  <a16:creationId xmlns:a16="http://schemas.microsoft.com/office/drawing/2014/main" id="{6CABD621-FE0F-2A1F-54AF-0620E3AC8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5" name="Freeform 65">
              <a:extLst>
                <a:ext uri="{FF2B5EF4-FFF2-40B4-BE49-F238E27FC236}">
                  <a16:creationId xmlns:a16="http://schemas.microsoft.com/office/drawing/2014/main" id="{9433236B-AF04-2C9C-9CA8-61B132A94E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6" name="Freeform 66">
              <a:extLst>
                <a:ext uri="{FF2B5EF4-FFF2-40B4-BE49-F238E27FC236}">
                  <a16:creationId xmlns:a16="http://schemas.microsoft.com/office/drawing/2014/main" id="{C046B6BE-F092-45E2-187B-25D760748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1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1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7" name="Freeform 67">
              <a:extLst>
                <a:ext uri="{FF2B5EF4-FFF2-40B4-BE49-F238E27FC236}">
                  <a16:creationId xmlns:a16="http://schemas.microsoft.com/office/drawing/2014/main" id="{1F092CC8-8A78-062E-DC83-A6BF2A4D9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3917114"/>
              <a:ext cx="1132424" cy="983550"/>
            </a:xfrm>
            <a:custGeom>
              <a:avLst/>
              <a:gdLst>
                <a:gd name="T0" fmla="*/ 0 w 464"/>
                <a:gd name="T1" fmla="*/ 403 h 403"/>
                <a:gd name="T2" fmla="*/ 232 w 464"/>
                <a:gd name="T3" fmla="*/ 0 h 403"/>
                <a:gd name="T4" fmla="*/ 464 w 464"/>
                <a:gd name="T5" fmla="*/ 403 h 403"/>
                <a:gd name="T6" fmla="*/ 0 w 464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0" y="403"/>
                  </a:moveTo>
                  <a:lnTo>
                    <a:pt x="232" y="0"/>
                  </a:lnTo>
                  <a:lnTo>
                    <a:pt x="464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8" name="Freeform 68">
              <a:extLst>
                <a:ext uri="{FF2B5EF4-FFF2-40B4-BE49-F238E27FC236}">
                  <a16:creationId xmlns:a16="http://schemas.microsoft.com/office/drawing/2014/main" id="{C79F91C3-CB65-249C-FAA9-40B111ECC9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2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9" name="Freeform 69">
              <a:extLst>
                <a:ext uri="{FF2B5EF4-FFF2-40B4-BE49-F238E27FC236}">
                  <a16:creationId xmlns:a16="http://schemas.microsoft.com/office/drawing/2014/main" id="{5D7EED45-87BF-DACA-DACB-48EA43664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1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1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0" name="Freeform 70">
              <a:extLst>
                <a:ext uri="{FF2B5EF4-FFF2-40B4-BE49-F238E27FC236}">
                  <a16:creationId xmlns:a16="http://schemas.microsoft.com/office/drawing/2014/main" id="{A648EA78-3D32-DC3F-06B2-2EA87E282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1" name="Freeform 71">
              <a:extLst>
                <a:ext uri="{FF2B5EF4-FFF2-40B4-BE49-F238E27FC236}">
                  <a16:creationId xmlns:a16="http://schemas.microsoft.com/office/drawing/2014/main" id="{2A1029E2-8A9F-5ED1-7EEE-E318F5D4E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2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2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2" name="Freeform 74">
              <a:extLst>
                <a:ext uri="{FF2B5EF4-FFF2-40B4-BE49-F238E27FC236}">
                  <a16:creationId xmlns:a16="http://schemas.microsoft.com/office/drawing/2014/main" id="{8563CE0D-9BB3-38B4-FFA7-BEC4DC4C14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3" name="Freeform 75">
              <a:extLst>
                <a:ext uri="{FF2B5EF4-FFF2-40B4-BE49-F238E27FC236}">
                  <a16:creationId xmlns:a16="http://schemas.microsoft.com/office/drawing/2014/main" id="{6C5D5CEA-67B2-7575-800B-AF51DBF11C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4900662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4" name="Freeform 76">
              <a:extLst>
                <a:ext uri="{FF2B5EF4-FFF2-40B4-BE49-F238E27FC236}">
                  <a16:creationId xmlns:a16="http://schemas.microsoft.com/office/drawing/2014/main" id="{78A59418-E4D0-5F27-EE7B-BCED3DB162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5" name="Freeform 77">
              <a:extLst>
                <a:ext uri="{FF2B5EF4-FFF2-40B4-BE49-F238E27FC236}">
                  <a16:creationId xmlns:a16="http://schemas.microsoft.com/office/drawing/2014/main" id="{53CFFDC5-E00D-D945-2AB7-AE4165029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6" name="Freeform 78">
              <a:extLst>
                <a:ext uri="{FF2B5EF4-FFF2-40B4-BE49-F238E27FC236}">
                  <a16:creationId xmlns:a16="http://schemas.microsoft.com/office/drawing/2014/main" id="{F38D62BA-A169-6604-6280-61DAF030AB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7" name="Freeform 79">
              <a:extLst>
                <a:ext uri="{FF2B5EF4-FFF2-40B4-BE49-F238E27FC236}">
                  <a16:creationId xmlns:a16="http://schemas.microsoft.com/office/drawing/2014/main" id="{1DD8A92A-F53E-FFEC-842E-C52E91906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8" name="Freeform 80">
              <a:extLst>
                <a:ext uri="{FF2B5EF4-FFF2-40B4-BE49-F238E27FC236}">
                  <a16:creationId xmlns:a16="http://schemas.microsoft.com/office/drawing/2014/main" id="{4CEFF083-84DD-8078-8FB6-C8FAADC32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9" name="Freeform 81">
              <a:extLst>
                <a:ext uri="{FF2B5EF4-FFF2-40B4-BE49-F238E27FC236}">
                  <a16:creationId xmlns:a16="http://schemas.microsoft.com/office/drawing/2014/main" id="{6069C91B-8C5D-AD60-CBA8-3D9AA60B2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0" name="Freeform 84">
              <a:extLst>
                <a:ext uri="{FF2B5EF4-FFF2-40B4-BE49-F238E27FC236}">
                  <a16:creationId xmlns:a16="http://schemas.microsoft.com/office/drawing/2014/main" id="{1D32DBC7-44B1-2624-53BA-966BBD79E4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1" name="Freeform 85">
              <a:extLst>
                <a:ext uri="{FF2B5EF4-FFF2-40B4-BE49-F238E27FC236}">
                  <a16:creationId xmlns:a16="http://schemas.microsoft.com/office/drawing/2014/main" id="{7710C2EE-577F-A856-A935-FF7BCA0D5F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2" name="Freeform 86">
              <a:extLst>
                <a:ext uri="{FF2B5EF4-FFF2-40B4-BE49-F238E27FC236}">
                  <a16:creationId xmlns:a16="http://schemas.microsoft.com/office/drawing/2014/main" id="{DBE7EFAF-FF86-F715-BFBE-FAB816CBA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3" name="Freeform 87">
              <a:extLst>
                <a:ext uri="{FF2B5EF4-FFF2-40B4-BE49-F238E27FC236}">
                  <a16:creationId xmlns:a16="http://schemas.microsoft.com/office/drawing/2014/main" id="{91E4F689-9F42-7A9D-331C-F17B66EA4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5879331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4" name="Freeform 88">
              <a:extLst>
                <a:ext uri="{FF2B5EF4-FFF2-40B4-BE49-F238E27FC236}">
                  <a16:creationId xmlns:a16="http://schemas.microsoft.com/office/drawing/2014/main" id="{B0772082-6A1F-C8AF-1048-942863D76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5" name="Freeform 89">
              <a:extLst>
                <a:ext uri="{FF2B5EF4-FFF2-40B4-BE49-F238E27FC236}">
                  <a16:creationId xmlns:a16="http://schemas.microsoft.com/office/drawing/2014/main" id="{A11A5F93-6F07-AA29-0D30-42CF923AA1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6" name="Freeform 90">
              <a:extLst>
                <a:ext uri="{FF2B5EF4-FFF2-40B4-BE49-F238E27FC236}">
                  <a16:creationId xmlns:a16="http://schemas.microsoft.com/office/drawing/2014/main" id="{83A2E0C9-1ABB-1CF3-2575-A81D64DBE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7" name="Freeform 91">
              <a:extLst>
                <a:ext uri="{FF2B5EF4-FFF2-40B4-BE49-F238E27FC236}">
                  <a16:creationId xmlns:a16="http://schemas.microsoft.com/office/drawing/2014/main" id="{5C60A06C-ABF2-3758-BE03-60D2F8240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EACB599F-D7A6-C569-3EF6-8D5B4C6C471D}"/>
              </a:ext>
            </a:extLst>
          </p:cNvPr>
          <p:cNvGrpSpPr/>
          <p:nvPr userDrawn="1"/>
        </p:nvGrpSpPr>
        <p:grpSpPr>
          <a:xfrm>
            <a:off x="-2267132" y="-2916741"/>
            <a:ext cx="6210663" cy="6849283"/>
            <a:chOff x="4843448" y="0"/>
            <a:chExt cx="6218568" cy="6858000"/>
          </a:xfrm>
        </p:grpSpPr>
        <p:sp>
          <p:nvSpPr>
            <p:cNvPr id="119" name="Freeform 27">
              <a:extLst>
                <a:ext uri="{FF2B5EF4-FFF2-40B4-BE49-F238E27FC236}">
                  <a16:creationId xmlns:a16="http://schemas.microsoft.com/office/drawing/2014/main" id="{9C416A00-81B2-0A55-3617-2FE9229A34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0" name="Freeform 28">
              <a:extLst>
                <a:ext uri="{FF2B5EF4-FFF2-40B4-BE49-F238E27FC236}">
                  <a16:creationId xmlns:a16="http://schemas.microsoft.com/office/drawing/2014/main" id="{17CB7CFC-09C4-4952-C71D-1D5D501744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1" name="Freeform 29">
              <a:extLst>
                <a:ext uri="{FF2B5EF4-FFF2-40B4-BE49-F238E27FC236}">
                  <a16:creationId xmlns:a16="http://schemas.microsoft.com/office/drawing/2014/main" id="{F5DD890C-8123-FEC6-DBA6-C0BF96E8F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2" name="Freeform 30">
              <a:extLst>
                <a:ext uri="{FF2B5EF4-FFF2-40B4-BE49-F238E27FC236}">
                  <a16:creationId xmlns:a16="http://schemas.microsoft.com/office/drawing/2014/main" id="{0D907A0E-B488-9B40-F627-A47A48D67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0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3" name="Freeform 31">
              <a:extLst>
                <a:ext uri="{FF2B5EF4-FFF2-40B4-BE49-F238E27FC236}">
                  <a16:creationId xmlns:a16="http://schemas.microsoft.com/office/drawing/2014/main" id="{77F4DE6B-FD09-945F-3F31-DC297F688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4" name="Freeform 32">
              <a:extLst>
                <a:ext uri="{FF2B5EF4-FFF2-40B4-BE49-F238E27FC236}">
                  <a16:creationId xmlns:a16="http://schemas.microsoft.com/office/drawing/2014/main" id="{7F5CE3A7-3566-D420-C546-ACC4B9B89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5" name="Freeform 33">
              <a:extLst>
                <a:ext uri="{FF2B5EF4-FFF2-40B4-BE49-F238E27FC236}">
                  <a16:creationId xmlns:a16="http://schemas.microsoft.com/office/drawing/2014/main" id="{353D5356-3393-7579-3E9E-0F16C527E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6" name="Freeform 36">
              <a:extLst>
                <a:ext uri="{FF2B5EF4-FFF2-40B4-BE49-F238E27FC236}">
                  <a16:creationId xmlns:a16="http://schemas.microsoft.com/office/drawing/2014/main" id="{7C265D9A-3B8E-A0BA-EA90-F83BBFDFBE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7" name="Freeform 37">
              <a:extLst>
                <a:ext uri="{FF2B5EF4-FFF2-40B4-BE49-F238E27FC236}">
                  <a16:creationId xmlns:a16="http://schemas.microsoft.com/office/drawing/2014/main" id="{AE89625D-98CA-ADD2-932C-1CCC1CE322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98110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8" name="Freeform 38">
              <a:extLst>
                <a:ext uri="{FF2B5EF4-FFF2-40B4-BE49-F238E27FC236}">
                  <a16:creationId xmlns:a16="http://schemas.microsoft.com/office/drawing/2014/main" id="{520C7E5D-BFAC-E729-7BFB-6D535E04F1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9" name="Freeform 39">
              <a:extLst>
                <a:ext uri="{FF2B5EF4-FFF2-40B4-BE49-F238E27FC236}">
                  <a16:creationId xmlns:a16="http://schemas.microsoft.com/office/drawing/2014/main" id="{5875330C-DDCF-E0E4-F563-F276AEBD2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981109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0" name="Freeform 40">
              <a:extLst>
                <a:ext uri="{FF2B5EF4-FFF2-40B4-BE49-F238E27FC236}">
                  <a16:creationId xmlns:a16="http://schemas.microsoft.com/office/drawing/2014/main" id="{5CC0C304-691B-BCA4-D044-99CAD75F1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1" name="Freeform 41">
              <a:extLst>
                <a:ext uri="{FF2B5EF4-FFF2-40B4-BE49-F238E27FC236}">
                  <a16:creationId xmlns:a16="http://schemas.microsoft.com/office/drawing/2014/main" id="{342B99F3-3A89-A595-2D40-4C71E6197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2" name="Freeform 42">
              <a:extLst>
                <a:ext uri="{FF2B5EF4-FFF2-40B4-BE49-F238E27FC236}">
                  <a16:creationId xmlns:a16="http://schemas.microsoft.com/office/drawing/2014/main" id="{99B61547-C7B8-D614-A757-E1E67A1CA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97866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3" name="Freeform 43">
              <a:extLst>
                <a:ext uri="{FF2B5EF4-FFF2-40B4-BE49-F238E27FC236}">
                  <a16:creationId xmlns:a16="http://schemas.microsoft.com/office/drawing/2014/main" id="{CC01ED74-6A3D-CB4E-32F0-1413E3EB8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4" name="Freeform 44">
              <a:extLst>
                <a:ext uri="{FF2B5EF4-FFF2-40B4-BE49-F238E27FC236}">
                  <a16:creationId xmlns:a16="http://schemas.microsoft.com/office/drawing/2014/main" id="{BBBC2EE9-251B-25D5-25ED-8D12B4269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5" name="Freeform 46">
              <a:extLst>
                <a:ext uri="{FF2B5EF4-FFF2-40B4-BE49-F238E27FC236}">
                  <a16:creationId xmlns:a16="http://schemas.microsoft.com/office/drawing/2014/main" id="{CB417B29-D42C-0BEA-22AD-A21E3DE24F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6" name="Freeform 47">
              <a:extLst>
                <a:ext uri="{FF2B5EF4-FFF2-40B4-BE49-F238E27FC236}">
                  <a16:creationId xmlns:a16="http://schemas.microsoft.com/office/drawing/2014/main" id="{11CEF02E-CA43-6EB5-CAA2-DA055F0CE2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7" name="Freeform 48">
              <a:extLst>
                <a:ext uri="{FF2B5EF4-FFF2-40B4-BE49-F238E27FC236}">
                  <a16:creationId xmlns:a16="http://schemas.microsoft.com/office/drawing/2014/main" id="{17C0C0C2-949C-B4FE-E456-8970FABB0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8" name="Freeform 49">
              <a:extLst>
                <a:ext uri="{FF2B5EF4-FFF2-40B4-BE49-F238E27FC236}">
                  <a16:creationId xmlns:a16="http://schemas.microsoft.com/office/drawing/2014/main" id="{B8A8CA99-1135-0D8B-B5B0-0D2C6DC69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1957336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9" name="Freeform 50">
              <a:extLst>
                <a:ext uri="{FF2B5EF4-FFF2-40B4-BE49-F238E27FC236}">
                  <a16:creationId xmlns:a16="http://schemas.microsoft.com/office/drawing/2014/main" id="{F2798A7D-E28A-6274-AFBE-5AD67EE42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0" name="Freeform 51">
              <a:extLst>
                <a:ext uri="{FF2B5EF4-FFF2-40B4-BE49-F238E27FC236}">
                  <a16:creationId xmlns:a16="http://schemas.microsoft.com/office/drawing/2014/main" id="{0ADDD44D-ECBF-FDE7-3B04-0346BC6C9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1" name="Freeform 52">
              <a:extLst>
                <a:ext uri="{FF2B5EF4-FFF2-40B4-BE49-F238E27FC236}">
                  <a16:creationId xmlns:a16="http://schemas.microsoft.com/office/drawing/2014/main" id="{9FF5FACF-9949-13B7-41AA-73A33B3C3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2" name="Freeform 53">
              <a:extLst>
                <a:ext uri="{FF2B5EF4-FFF2-40B4-BE49-F238E27FC236}">
                  <a16:creationId xmlns:a16="http://schemas.microsoft.com/office/drawing/2014/main" id="{825036F9-9687-AD58-3C14-71131B14B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3" name="Freeform 56">
              <a:extLst>
                <a:ext uri="{FF2B5EF4-FFF2-40B4-BE49-F238E27FC236}">
                  <a16:creationId xmlns:a16="http://schemas.microsoft.com/office/drawing/2014/main" id="{BA6DBB05-4A13-365B-DE2D-EA83827439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4" name="Freeform 57">
              <a:extLst>
                <a:ext uri="{FF2B5EF4-FFF2-40B4-BE49-F238E27FC236}">
                  <a16:creationId xmlns:a16="http://schemas.microsoft.com/office/drawing/2014/main" id="{5DFBCA34-412C-16C5-1FEF-D4533E7A08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5" name="Freeform 58">
              <a:extLst>
                <a:ext uri="{FF2B5EF4-FFF2-40B4-BE49-F238E27FC236}">
                  <a16:creationId xmlns:a16="http://schemas.microsoft.com/office/drawing/2014/main" id="{00C14F25-6A49-46D1-B5E7-D6A7B96D2A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2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6" name="Freeform 59">
              <a:extLst>
                <a:ext uri="{FF2B5EF4-FFF2-40B4-BE49-F238E27FC236}">
                  <a16:creationId xmlns:a16="http://schemas.microsoft.com/office/drawing/2014/main" id="{D2201279-58CE-3609-BABA-EE2CC2B6F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7" name="Freeform 60">
              <a:extLst>
                <a:ext uri="{FF2B5EF4-FFF2-40B4-BE49-F238E27FC236}">
                  <a16:creationId xmlns:a16="http://schemas.microsoft.com/office/drawing/2014/main" id="{1E05E384-C40C-946B-7478-33887CDE412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2936005"/>
              <a:ext cx="1132424" cy="981109"/>
            </a:xfrm>
            <a:custGeom>
              <a:avLst/>
              <a:gdLst>
                <a:gd name="T0" fmla="*/ 464 w 464"/>
                <a:gd name="T1" fmla="*/ 0 h 402"/>
                <a:gd name="T2" fmla="*/ 232 w 464"/>
                <a:gd name="T3" fmla="*/ 402 h 402"/>
                <a:gd name="T4" fmla="*/ 0 w 464"/>
                <a:gd name="T5" fmla="*/ 0 h 402"/>
                <a:gd name="T6" fmla="*/ 464 w 464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464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accent6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8" name="Freeform 61">
              <a:extLst>
                <a:ext uri="{FF2B5EF4-FFF2-40B4-BE49-F238E27FC236}">
                  <a16:creationId xmlns:a16="http://schemas.microsoft.com/office/drawing/2014/main" id="{A8142578-8D6F-A4CF-860E-77E4FB78F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9" name="Freeform 62">
              <a:extLst>
                <a:ext uri="{FF2B5EF4-FFF2-40B4-BE49-F238E27FC236}">
                  <a16:creationId xmlns:a16="http://schemas.microsoft.com/office/drawing/2014/main" id="{02B67D47-73FA-DBCD-86DD-BBA966848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1">
                <a:lumMod val="7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0" name="Freeform 63">
              <a:extLst>
                <a:ext uri="{FF2B5EF4-FFF2-40B4-BE49-F238E27FC236}">
                  <a16:creationId xmlns:a16="http://schemas.microsoft.com/office/drawing/2014/main" id="{7E791578-E69C-96C5-B507-0A2E4DBD5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1" name="Freeform 65">
              <a:extLst>
                <a:ext uri="{FF2B5EF4-FFF2-40B4-BE49-F238E27FC236}">
                  <a16:creationId xmlns:a16="http://schemas.microsoft.com/office/drawing/2014/main" id="{45BAF0B7-722C-EB04-2ABB-BB04F3CF8C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2" name="Freeform 66">
              <a:extLst>
                <a:ext uri="{FF2B5EF4-FFF2-40B4-BE49-F238E27FC236}">
                  <a16:creationId xmlns:a16="http://schemas.microsoft.com/office/drawing/2014/main" id="{FEC9439D-51FE-8B07-AEAD-3F2B716C6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2263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1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1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3" name="Freeform 67">
              <a:extLst>
                <a:ext uri="{FF2B5EF4-FFF2-40B4-BE49-F238E27FC236}">
                  <a16:creationId xmlns:a16="http://schemas.microsoft.com/office/drawing/2014/main" id="{03567704-85AE-D2E4-B86C-70E93EB05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3917114"/>
              <a:ext cx="1132424" cy="983550"/>
            </a:xfrm>
            <a:custGeom>
              <a:avLst/>
              <a:gdLst>
                <a:gd name="T0" fmla="*/ 0 w 464"/>
                <a:gd name="T1" fmla="*/ 403 h 403"/>
                <a:gd name="T2" fmla="*/ 232 w 464"/>
                <a:gd name="T3" fmla="*/ 0 h 403"/>
                <a:gd name="T4" fmla="*/ 464 w 464"/>
                <a:gd name="T5" fmla="*/ 403 h 403"/>
                <a:gd name="T6" fmla="*/ 0 w 464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0" y="403"/>
                  </a:moveTo>
                  <a:lnTo>
                    <a:pt x="232" y="0"/>
                  </a:lnTo>
                  <a:lnTo>
                    <a:pt x="464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4" name="Freeform 68">
              <a:extLst>
                <a:ext uri="{FF2B5EF4-FFF2-40B4-BE49-F238E27FC236}">
                  <a16:creationId xmlns:a16="http://schemas.microsoft.com/office/drawing/2014/main" id="{1E7849A8-207C-C449-1857-6D3C90644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2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5" name="Freeform 69">
              <a:extLst>
                <a:ext uri="{FF2B5EF4-FFF2-40B4-BE49-F238E27FC236}">
                  <a16:creationId xmlns:a16="http://schemas.microsoft.com/office/drawing/2014/main" id="{20A263AC-A4BB-3907-0D85-6B48BDAAA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1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1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6" name="Freeform 70">
              <a:extLst>
                <a:ext uri="{FF2B5EF4-FFF2-40B4-BE49-F238E27FC236}">
                  <a16:creationId xmlns:a16="http://schemas.microsoft.com/office/drawing/2014/main" id="{E663033F-FE2C-1E31-6334-C7B5EC7CE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7" name="Freeform 71">
              <a:extLst>
                <a:ext uri="{FF2B5EF4-FFF2-40B4-BE49-F238E27FC236}">
                  <a16:creationId xmlns:a16="http://schemas.microsoft.com/office/drawing/2014/main" id="{58CB4EEA-25D7-18F3-7DA2-5592D3C76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2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2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8" name="Freeform 74">
              <a:extLst>
                <a:ext uri="{FF2B5EF4-FFF2-40B4-BE49-F238E27FC236}">
                  <a16:creationId xmlns:a16="http://schemas.microsoft.com/office/drawing/2014/main" id="{3B96B244-0F0D-0C77-0EE2-91D55C80E9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9" name="Freeform 75">
              <a:extLst>
                <a:ext uri="{FF2B5EF4-FFF2-40B4-BE49-F238E27FC236}">
                  <a16:creationId xmlns:a16="http://schemas.microsoft.com/office/drawing/2014/main" id="{D09FB60F-8A6F-FA34-DBE1-CE02E54B88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4900662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0" name="Freeform 76">
              <a:extLst>
                <a:ext uri="{FF2B5EF4-FFF2-40B4-BE49-F238E27FC236}">
                  <a16:creationId xmlns:a16="http://schemas.microsoft.com/office/drawing/2014/main" id="{86F48AB1-46B9-BBB9-5A1A-DB14C0205B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1" name="Freeform 77">
              <a:extLst>
                <a:ext uri="{FF2B5EF4-FFF2-40B4-BE49-F238E27FC236}">
                  <a16:creationId xmlns:a16="http://schemas.microsoft.com/office/drawing/2014/main" id="{D0B4BE3F-6227-4123-2D94-72B1BBC10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2" name="Freeform 78">
              <a:extLst>
                <a:ext uri="{FF2B5EF4-FFF2-40B4-BE49-F238E27FC236}">
                  <a16:creationId xmlns:a16="http://schemas.microsoft.com/office/drawing/2014/main" id="{1284CF1C-5A1E-84F2-2DE7-0E17B2081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3466" y="390607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3" name="Freeform 79">
              <a:extLst>
                <a:ext uri="{FF2B5EF4-FFF2-40B4-BE49-F238E27FC236}">
                  <a16:creationId xmlns:a16="http://schemas.microsoft.com/office/drawing/2014/main" id="{CF26497E-9B4A-042C-D8A6-4980A72B0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4" name="Freeform 80">
              <a:extLst>
                <a:ext uri="{FF2B5EF4-FFF2-40B4-BE49-F238E27FC236}">
                  <a16:creationId xmlns:a16="http://schemas.microsoft.com/office/drawing/2014/main" id="{ED95FCD1-BE0A-2A12-BD19-7CF089843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5" name="Freeform 81">
              <a:extLst>
                <a:ext uri="{FF2B5EF4-FFF2-40B4-BE49-F238E27FC236}">
                  <a16:creationId xmlns:a16="http://schemas.microsoft.com/office/drawing/2014/main" id="{C095166B-F46B-BF9A-0ECF-E864DB7B6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6" name="Freeform 84">
              <a:extLst>
                <a:ext uri="{FF2B5EF4-FFF2-40B4-BE49-F238E27FC236}">
                  <a16:creationId xmlns:a16="http://schemas.microsoft.com/office/drawing/2014/main" id="{600CC00D-3C25-9DE4-33C7-8FCCD71C54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7" name="Freeform 85">
              <a:extLst>
                <a:ext uri="{FF2B5EF4-FFF2-40B4-BE49-F238E27FC236}">
                  <a16:creationId xmlns:a16="http://schemas.microsoft.com/office/drawing/2014/main" id="{11D3482B-38FC-5987-4CE8-C1B71874BE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8" name="Freeform 86">
              <a:extLst>
                <a:ext uri="{FF2B5EF4-FFF2-40B4-BE49-F238E27FC236}">
                  <a16:creationId xmlns:a16="http://schemas.microsoft.com/office/drawing/2014/main" id="{38ADF540-4722-CAE4-16A1-52E265088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9" name="Freeform 87">
              <a:extLst>
                <a:ext uri="{FF2B5EF4-FFF2-40B4-BE49-F238E27FC236}">
                  <a16:creationId xmlns:a16="http://schemas.microsoft.com/office/drawing/2014/main" id="{0242320B-510A-106C-3DD0-B28384E56BC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5879331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70" name="Freeform 88">
              <a:extLst>
                <a:ext uri="{FF2B5EF4-FFF2-40B4-BE49-F238E27FC236}">
                  <a16:creationId xmlns:a16="http://schemas.microsoft.com/office/drawing/2014/main" id="{44C6B216-28F6-1FFF-D6AF-F5A4967FE8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71" name="Freeform 89">
              <a:extLst>
                <a:ext uri="{FF2B5EF4-FFF2-40B4-BE49-F238E27FC236}">
                  <a16:creationId xmlns:a16="http://schemas.microsoft.com/office/drawing/2014/main" id="{B47B04E4-A894-FBCB-AA23-466F9779A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72" name="Freeform 90">
              <a:extLst>
                <a:ext uri="{FF2B5EF4-FFF2-40B4-BE49-F238E27FC236}">
                  <a16:creationId xmlns:a16="http://schemas.microsoft.com/office/drawing/2014/main" id="{EF6480E0-A244-0776-369F-5878692AC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73" name="Freeform 91">
              <a:extLst>
                <a:ext uri="{FF2B5EF4-FFF2-40B4-BE49-F238E27FC236}">
                  <a16:creationId xmlns:a16="http://schemas.microsoft.com/office/drawing/2014/main" id="{84F04AE8-5D0F-F1E0-912B-76C9AE4AF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</p:grpSp>
    </p:spTree>
    <p:extLst>
      <p:ext uri="{BB962C8B-B14F-4D97-AF65-F5344CB8AC3E}">
        <p14:creationId xmlns:p14="http://schemas.microsoft.com/office/powerpoint/2010/main" val="2567198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77AEA53-DFB9-B65E-E1FA-70A47DBAB4C5}"/>
              </a:ext>
            </a:extLst>
          </p:cNvPr>
          <p:cNvGrpSpPr/>
          <p:nvPr userDrawn="1"/>
        </p:nvGrpSpPr>
        <p:grpSpPr>
          <a:xfrm>
            <a:off x="8868228" y="4885517"/>
            <a:ext cx="6210663" cy="6849283"/>
            <a:chOff x="4843448" y="0"/>
            <a:chExt cx="6218568" cy="6858000"/>
          </a:xfrm>
        </p:grpSpPr>
        <p:sp>
          <p:nvSpPr>
            <p:cNvPr id="6" name="Freeform 27">
              <a:extLst>
                <a:ext uri="{FF2B5EF4-FFF2-40B4-BE49-F238E27FC236}">
                  <a16:creationId xmlns:a16="http://schemas.microsoft.com/office/drawing/2014/main" id="{41CAA725-7029-907A-0587-0EAC4EE96C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" name="Freeform 28">
              <a:extLst>
                <a:ext uri="{FF2B5EF4-FFF2-40B4-BE49-F238E27FC236}">
                  <a16:creationId xmlns:a16="http://schemas.microsoft.com/office/drawing/2014/main" id="{42AB613F-CC20-43CB-E761-7F5B521289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" name="Freeform 29">
              <a:extLst>
                <a:ext uri="{FF2B5EF4-FFF2-40B4-BE49-F238E27FC236}">
                  <a16:creationId xmlns:a16="http://schemas.microsoft.com/office/drawing/2014/main" id="{258679E8-55BA-A8C5-DFD6-64FBC3AA0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7030A0">
                <a:alpha val="1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" name="Freeform 30">
              <a:extLst>
                <a:ext uri="{FF2B5EF4-FFF2-40B4-BE49-F238E27FC236}">
                  <a16:creationId xmlns:a16="http://schemas.microsoft.com/office/drawing/2014/main" id="{9E672768-7680-A62F-3388-D3DBC276B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0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" name="Freeform 31">
              <a:extLst>
                <a:ext uri="{FF2B5EF4-FFF2-40B4-BE49-F238E27FC236}">
                  <a16:creationId xmlns:a16="http://schemas.microsoft.com/office/drawing/2014/main" id="{A34E3422-E081-EE67-4102-611C8A807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" name="Freeform 32">
              <a:extLst>
                <a:ext uri="{FF2B5EF4-FFF2-40B4-BE49-F238E27FC236}">
                  <a16:creationId xmlns:a16="http://schemas.microsoft.com/office/drawing/2014/main" id="{DAF36928-1D57-F219-4C68-E4677D10B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" name="Freeform 33">
              <a:extLst>
                <a:ext uri="{FF2B5EF4-FFF2-40B4-BE49-F238E27FC236}">
                  <a16:creationId xmlns:a16="http://schemas.microsoft.com/office/drawing/2014/main" id="{371BADA1-151E-351C-28B5-EBBBD41B2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" name="Freeform 36">
              <a:extLst>
                <a:ext uri="{FF2B5EF4-FFF2-40B4-BE49-F238E27FC236}">
                  <a16:creationId xmlns:a16="http://schemas.microsoft.com/office/drawing/2014/main" id="{7CF5F412-D00E-491E-593B-644C7139DA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" name="Freeform 37">
              <a:extLst>
                <a:ext uri="{FF2B5EF4-FFF2-40B4-BE49-F238E27FC236}">
                  <a16:creationId xmlns:a16="http://schemas.microsoft.com/office/drawing/2014/main" id="{39A41193-EFC9-6692-A41E-710575FB18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98110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" name="Freeform 38">
              <a:extLst>
                <a:ext uri="{FF2B5EF4-FFF2-40B4-BE49-F238E27FC236}">
                  <a16:creationId xmlns:a16="http://schemas.microsoft.com/office/drawing/2014/main" id="{2CB98B74-F1D2-77AC-12C4-3F37E20D4F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" name="Freeform 39">
              <a:extLst>
                <a:ext uri="{FF2B5EF4-FFF2-40B4-BE49-F238E27FC236}">
                  <a16:creationId xmlns:a16="http://schemas.microsoft.com/office/drawing/2014/main" id="{D32BF250-9E2A-FF6C-B2E9-E0364DA49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981109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accent6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7" name="Freeform 40">
              <a:extLst>
                <a:ext uri="{FF2B5EF4-FFF2-40B4-BE49-F238E27FC236}">
                  <a16:creationId xmlns:a16="http://schemas.microsoft.com/office/drawing/2014/main" id="{9686DAAF-4F2F-2A1C-4B24-C109DBEBE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8" name="Freeform 41">
              <a:extLst>
                <a:ext uri="{FF2B5EF4-FFF2-40B4-BE49-F238E27FC236}">
                  <a16:creationId xmlns:a16="http://schemas.microsoft.com/office/drawing/2014/main" id="{479F4DAF-3744-6A01-8C18-68B2FFB06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9" name="Freeform 42">
              <a:extLst>
                <a:ext uri="{FF2B5EF4-FFF2-40B4-BE49-F238E27FC236}">
                  <a16:creationId xmlns:a16="http://schemas.microsoft.com/office/drawing/2014/main" id="{162306CE-C197-9B55-777C-4FFCA0173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97866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EB03D40E-44BB-729E-5833-CE97C6C6F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1" name="Freeform 44">
              <a:extLst>
                <a:ext uri="{FF2B5EF4-FFF2-40B4-BE49-F238E27FC236}">
                  <a16:creationId xmlns:a16="http://schemas.microsoft.com/office/drawing/2014/main" id="{913C70ED-5DA9-9B54-C07E-F51C74C85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2" name="Freeform 46">
              <a:extLst>
                <a:ext uri="{FF2B5EF4-FFF2-40B4-BE49-F238E27FC236}">
                  <a16:creationId xmlns:a16="http://schemas.microsoft.com/office/drawing/2014/main" id="{01152F84-122F-765E-9D51-45C436BDAA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3" name="Freeform 47">
              <a:extLst>
                <a:ext uri="{FF2B5EF4-FFF2-40B4-BE49-F238E27FC236}">
                  <a16:creationId xmlns:a16="http://schemas.microsoft.com/office/drawing/2014/main" id="{56242C5D-FE88-9833-377F-7E3593C819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4" name="Freeform 48">
              <a:extLst>
                <a:ext uri="{FF2B5EF4-FFF2-40B4-BE49-F238E27FC236}">
                  <a16:creationId xmlns:a16="http://schemas.microsoft.com/office/drawing/2014/main" id="{BE3FE0F8-F735-A784-A7B8-975B8F02A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5" name="Freeform 49">
              <a:extLst>
                <a:ext uri="{FF2B5EF4-FFF2-40B4-BE49-F238E27FC236}">
                  <a16:creationId xmlns:a16="http://schemas.microsoft.com/office/drawing/2014/main" id="{0B3F129E-8FD9-219D-38E5-3AE4678C8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1957336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6" name="Freeform 50">
              <a:extLst>
                <a:ext uri="{FF2B5EF4-FFF2-40B4-BE49-F238E27FC236}">
                  <a16:creationId xmlns:a16="http://schemas.microsoft.com/office/drawing/2014/main" id="{DF6191F0-1692-897A-637F-291F9DC35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7" name="Freeform 51">
              <a:extLst>
                <a:ext uri="{FF2B5EF4-FFF2-40B4-BE49-F238E27FC236}">
                  <a16:creationId xmlns:a16="http://schemas.microsoft.com/office/drawing/2014/main" id="{26D2A4BD-515E-A8EC-6118-F09A3BC50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506" y="996324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8" name="Freeform 52">
              <a:extLst>
                <a:ext uri="{FF2B5EF4-FFF2-40B4-BE49-F238E27FC236}">
                  <a16:creationId xmlns:a16="http://schemas.microsoft.com/office/drawing/2014/main" id="{73C476B8-F1E9-7AB7-9673-AA4795C36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9" name="Freeform 53">
              <a:extLst>
                <a:ext uri="{FF2B5EF4-FFF2-40B4-BE49-F238E27FC236}">
                  <a16:creationId xmlns:a16="http://schemas.microsoft.com/office/drawing/2014/main" id="{C820A379-FB6E-C146-5BCA-2E2F753392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0" name="Freeform 56">
              <a:extLst>
                <a:ext uri="{FF2B5EF4-FFF2-40B4-BE49-F238E27FC236}">
                  <a16:creationId xmlns:a16="http://schemas.microsoft.com/office/drawing/2014/main" id="{18418DDB-46F4-8BFF-5106-03BC33BFA4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1" name="Freeform 57">
              <a:extLst>
                <a:ext uri="{FF2B5EF4-FFF2-40B4-BE49-F238E27FC236}">
                  <a16:creationId xmlns:a16="http://schemas.microsoft.com/office/drawing/2014/main" id="{DD7E4EA5-9B2D-A12A-9034-D04CBBFA33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2" name="Freeform 58">
              <a:extLst>
                <a:ext uri="{FF2B5EF4-FFF2-40B4-BE49-F238E27FC236}">
                  <a16:creationId xmlns:a16="http://schemas.microsoft.com/office/drawing/2014/main" id="{21FAADBF-5DF0-4B2E-574F-7763AE20CE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2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3" name="Freeform 59">
              <a:extLst>
                <a:ext uri="{FF2B5EF4-FFF2-40B4-BE49-F238E27FC236}">
                  <a16:creationId xmlns:a16="http://schemas.microsoft.com/office/drawing/2014/main" id="{0D148570-0616-A668-2544-1FC5E404E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4" name="Freeform 60">
              <a:extLst>
                <a:ext uri="{FF2B5EF4-FFF2-40B4-BE49-F238E27FC236}">
                  <a16:creationId xmlns:a16="http://schemas.microsoft.com/office/drawing/2014/main" id="{E4A97A14-0E40-BEA1-4CD2-9F39B0C01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2936005"/>
              <a:ext cx="1132424" cy="981109"/>
            </a:xfrm>
            <a:custGeom>
              <a:avLst/>
              <a:gdLst>
                <a:gd name="T0" fmla="*/ 464 w 464"/>
                <a:gd name="T1" fmla="*/ 0 h 402"/>
                <a:gd name="T2" fmla="*/ 232 w 464"/>
                <a:gd name="T3" fmla="*/ 402 h 402"/>
                <a:gd name="T4" fmla="*/ 0 w 464"/>
                <a:gd name="T5" fmla="*/ 0 h 402"/>
                <a:gd name="T6" fmla="*/ 464 w 464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464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5" name="Freeform 61">
              <a:extLst>
                <a:ext uri="{FF2B5EF4-FFF2-40B4-BE49-F238E27FC236}">
                  <a16:creationId xmlns:a16="http://schemas.microsoft.com/office/drawing/2014/main" id="{8B0819BC-AE01-310E-DA2E-E92192422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6" name="Freeform 62">
              <a:extLst>
                <a:ext uri="{FF2B5EF4-FFF2-40B4-BE49-F238E27FC236}">
                  <a16:creationId xmlns:a16="http://schemas.microsoft.com/office/drawing/2014/main" id="{CA94FAA0-ABD5-4333-43EF-FC134CCBB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7" name="Freeform 63">
              <a:extLst>
                <a:ext uri="{FF2B5EF4-FFF2-40B4-BE49-F238E27FC236}">
                  <a16:creationId xmlns:a16="http://schemas.microsoft.com/office/drawing/2014/main" id="{3FE64B46-EB94-9393-3C55-8653D5E07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8" name="Freeform 65">
              <a:extLst>
                <a:ext uri="{FF2B5EF4-FFF2-40B4-BE49-F238E27FC236}">
                  <a16:creationId xmlns:a16="http://schemas.microsoft.com/office/drawing/2014/main" id="{CC461A5F-28AD-60EB-8571-102A4F2FC7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9" name="Freeform 66">
              <a:extLst>
                <a:ext uri="{FF2B5EF4-FFF2-40B4-BE49-F238E27FC236}">
                  <a16:creationId xmlns:a16="http://schemas.microsoft.com/office/drawing/2014/main" id="{30CCD161-6EBE-57F5-01D6-4A0BBFA248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1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1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0" name="Freeform 67">
              <a:extLst>
                <a:ext uri="{FF2B5EF4-FFF2-40B4-BE49-F238E27FC236}">
                  <a16:creationId xmlns:a16="http://schemas.microsoft.com/office/drawing/2014/main" id="{83EF9D00-8859-2EB6-FDB3-FC1A150A1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3917114"/>
              <a:ext cx="1132424" cy="983550"/>
            </a:xfrm>
            <a:custGeom>
              <a:avLst/>
              <a:gdLst>
                <a:gd name="T0" fmla="*/ 0 w 464"/>
                <a:gd name="T1" fmla="*/ 403 h 403"/>
                <a:gd name="T2" fmla="*/ 232 w 464"/>
                <a:gd name="T3" fmla="*/ 0 h 403"/>
                <a:gd name="T4" fmla="*/ 464 w 464"/>
                <a:gd name="T5" fmla="*/ 403 h 403"/>
                <a:gd name="T6" fmla="*/ 0 w 464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0" y="403"/>
                  </a:moveTo>
                  <a:lnTo>
                    <a:pt x="232" y="0"/>
                  </a:lnTo>
                  <a:lnTo>
                    <a:pt x="464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1" name="Freeform 68">
              <a:extLst>
                <a:ext uri="{FF2B5EF4-FFF2-40B4-BE49-F238E27FC236}">
                  <a16:creationId xmlns:a16="http://schemas.microsoft.com/office/drawing/2014/main" id="{3B653DDC-360B-A63C-57C1-D68AB4BD0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2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2" name="Freeform 69">
              <a:extLst>
                <a:ext uri="{FF2B5EF4-FFF2-40B4-BE49-F238E27FC236}">
                  <a16:creationId xmlns:a16="http://schemas.microsoft.com/office/drawing/2014/main" id="{7C65A55A-B5F7-CDFC-AF17-0E9B14137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1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1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3" name="Freeform 70">
              <a:extLst>
                <a:ext uri="{FF2B5EF4-FFF2-40B4-BE49-F238E27FC236}">
                  <a16:creationId xmlns:a16="http://schemas.microsoft.com/office/drawing/2014/main" id="{E87F4998-4193-D05E-FA19-688B5D803C5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4" name="Freeform 71">
              <a:extLst>
                <a:ext uri="{FF2B5EF4-FFF2-40B4-BE49-F238E27FC236}">
                  <a16:creationId xmlns:a16="http://schemas.microsoft.com/office/drawing/2014/main" id="{8CC8826A-1678-7710-B74C-D3DB8258F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2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2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5" name="Freeform 74">
              <a:extLst>
                <a:ext uri="{FF2B5EF4-FFF2-40B4-BE49-F238E27FC236}">
                  <a16:creationId xmlns:a16="http://schemas.microsoft.com/office/drawing/2014/main" id="{55E528A0-ABA2-0903-95BA-5E0ACAE499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6" name="Freeform 75">
              <a:extLst>
                <a:ext uri="{FF2B5EF4-FFF2-40B4-BE49-F238E27FC236}">
                  <a16:creationId xmlns:a16="http://schemas.microsoft.com/office/drawing/2014/main" id="{DB1C95E1-823F-2D0B-2CDE-8B78246C9E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4900662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7" name="Freeform 76">
              <a:extLst>
                <a:ext uri="{FF2B5EF4-FFF2-40B4-BE49-F238E27FC236}">
                  <a16:creationId xmlns:a16="http://schemas.microsoft.com/office/drawing/2014/main" id="{A627E6B4-BC64-3F80-FA55-15FEFA0621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8" name="Freeform 77">
              <a:extLst>
                <a:ext uri="{FF2B5EF4-FFF2-40B4-BE49-F238E27FC236}">
                  <a16:creationId xmlns:a16="http://schemas.microsoft.com/office/drawing/2014/main" id="{14465E4C-7CA2-58C8-ECA3-B2DEA7369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9" name="Freeform 78">
              <a:extLst>
                <a:ext uri="{FF2B5EF4-FFF2-40B4-BE49-F238E27FC236}">
                  <a16:creationId xmlns:a16="http://schemas.microsoft.com/office/drawing/2014/main" id="{E49D6708-96C1-D1A2-17A1-07571D819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0" name="Freeform 79">
              <a:extLst>
                <a:ext uri="{FF2B5EF4-FFF2-40B4-BE49-F238E27FC236}">
                  <a16:creationId xmlns:a16="http://schemas.microsoft.com/office/drawing/2014/main" id="{E3E01E57-E4E5-0CB1-4FC0-219FAE117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1" name="Freeform 80">
              <a:extLst>
                <a:ext uri="{FF2B5EF4-FFF2-40B4-BE49-F238E27FC236}">
                  <a16:creationId xmlns:a16="http://schemas.microsoft.com/office/drawing/2014/main" id="{9F7CAAE7-D275-9BEB-4566-B00565B86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2" name="Freeform 81">
              <a:extLst>
                <a:ext uri="{FF2B5EF4-FFF2-40B4-BE49-F238E27FC236}">
                  <a16:creationId xmlns:a16="http://schemas.microsoft.com/office/drawing/2014/main" id="{8866C441-EAB4-4E78-4B99-0A999F4EA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3" name="Freeform 84">
              <a:extLst>
                <a:ext uri="{FF2B5EF4-FFF2-40B4-BE49-F238E27FC236}">
                  <a16:creationId xmlns:a16="http://schemas.microsoft.com/office/drawing/2014/main" id="{C6F2CF8C-3AD6-51A5-B8DD-25136F9B1D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4" name="Freeform 85">
              <a:extLst>
                <a:ext uri="{FF2B5EF4-FFF2-40B4-BE49-F238E27FC236}">
                  <a16:creationId xmlns:a16="http://schemas.microsoft.com/office/drawing/2014/main" id="{D4E5462F-2A00-2A5B-14C5-4DB4C54E4A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5" name="Freeform 86">
              <a:extLst>
                <a:ext uri="{FF2B5EF4-FFF2-40B4-BE49-F238E27FC236}">
                  <a16:creationId xmlns:a16="http://schemas.microsoft.com/office/drawing/2014/main" id="{B6B05209-69AD-09B6-FD90-E46B7410B1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6" name="Freeform 87">
              <a:extLst>
                <a:ext uri="{FF2B5EF4-FFF2-40B4-BE49-F238E27FC236}">
                  <a16:creationId xmlns:a16="http://schemas.microsoft.com/office/drawing/2014/main" id="{F3E19C65-9E9D-F305-5F15-D01D285C7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5879331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7" name="Freeform 88">
              <a:extLst>
                <a:ext uri="{FF2B5EF4-FFF2-40B4-BE49-F238E27FC236}">
                  <a16:creationId xmlns:a16="http://schemas.microsoft.com/office/drawing/2014/main" id="{792C3E38-7FA4-7BDF-9546-F0FCCDE1A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8" name="Freeform 89">
              <a:extLst>
                <a:ext uri="{FF2B5EF4-FFF2-40B4-BE49-F238E27FC236}">
                  <a16:creationId xmlns:a16="http://schemas.microsoft.com/office/drawing/2014/main" id="{C3CBA64E-A760-2CE8-D34D-A0560F623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9" name="Freeform 90">
              <a:extLst>
                <a:ext uri="{FF2B5EF4-FFF2-40B4-BE49-F238E27FC236}">
                  <a16:creationId xmlns:a16="http://schemas.microsoft.com/office/drawing/2014/main" id="{50AE168E-D843-9F80-A979-0703A84EF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0" name="Freeform 91">
              <a:extLst>
                <a:ext uri="{FF2B5EF4-FFF2-40B4-BE49-F238E27FC236}">
                  <a16:creationId xmlns:a16="http://schemas.microsoft.com/office/drawing/2014/main" id="{65A549D0-2994-C860-132A-8794E5EF135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8A8A432-76E1-E6B0-CCB3-80A2FFD209E3}"/>
              </a:ext>
            </a:extLst>
          </p:cNvPr>
          <p:cNvGrpSpPr/>
          <p:nvPr userDrawn="1"/>
        </p:nvGrpSpPr>
        <p:grpSpPr>
          <a:xfrm>
            <a:off x="-2267132" y="-2916741"/>
            <a:ext cx="6210663" cy="6849283"/>
            <a:chOff x="4843448" y="0"/>
            <a:chExt cx="6218568" cy="6858000"/>
          </a:xfrm>
        </p:grpSpPr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0668A9B5-A1EC-8F06-E708-9F4FC29F65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3" name="Freeform 28">
              <a:extLst>
                <a:ext uri="{FF2B5EF4-FFF2-40B4-BE49-F238E27FC236}">
                  <a16:creationId xmlns:a16="http://schemas.microsoft.com/office/drawing/2014/main" id="{43F3021D-DD36-87F3-44BD-5FFFACA98C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3E8D8184-6FE9-FF67-6D85-2E18A2117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F97DE475-4F3E-30B5-5645-9A83D3D21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0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BA1156FE-AE62-3CAB-C94D-319B6E7AC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C558F986-6DD7-3339-37D3-C03861428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7D6574A9-3152-876F-00A3-A60FCCBFF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9" name="Freeform 36">
              <a:extLst>
                <a:ext uri="{FF2B5EF4-FFF2-40B4-BE49-F238E27FC236}">
                  <a16:creationId xmlns:a16="http://schemas.microsoft.com/office/drawing/2014/main" id="{275E0FA5-309B-04EE-2B7B-9BA84A9799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0" name="Freeform 37">
              <a:extLst>
                <a:ext uri="{FF2B5EF4-FFF2-40B4-BE49-F238E27FC236}">
                  <a16:creationId xmlns:a16="http://schemas.microsoft.com/office/drawing/2014/main" id="{EAF45FA4-68E7-41F6-B0D1-D984C39699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98110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1" name="Freeform 38">
              <a:extLst>
                <a:ext uri="{FF2B5EF4-FFF2-40B4-BE49-F238E27FC236}">
                  <a16:creationId xmlns:a16="http://schemas.microsoft.com/office/drawing/2014/main" id="{5790D567-B1E4-BF0B-32DF-DA318B2467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2" name="Freeform 39">
              <a:extLst>
                <a:ext uri="{FF2B5EF4-FFF2-40B4-BE49-F238E27FC236}">
                  <a16:creationId xmlns:a16="http://schemas.microsoft.com/office/drawing/2014/main" id="{38789890-89A9-D2BF-F8D3-4DE1BBB46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981109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3" name="Freeform 40">
              <a:extLst>
                <a:ext uri="{FF2B5EF4-FFF2-40B4-BE49-F238E27FC236}">
                  <a16:creationId xmlns:a16="http://schemas.microsoft.com/office/drawing/2014/main" id="{39448761-2B4A-E119-08BC-33419CC17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4" name="Freeform 41">
              <a:extLst>
                <a:ext uri="{FF2B5EF4-FFF2-40B4-BE49-F238E27FC236}">
                  <a16:creationId xmlns:a16="http://schemas.microsoft.com/office/drawing/2014/main" id="{5535CB31-EC84-CBAC-CBFA-767A73FC4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5" name="Freeform 42">
              <a:extLst>
                <a:ext uri="{FF2B5EF4-FFF2-40B4-BE49-F238E27FC236}">
                  <a16:creationId xmlns:a16="http://schemas.microsoft.com/office/drawing/2014/main" id="{C0183D10-F4F2-61FF-59AD-C5D31E041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97866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6" name="Freeform 43">
              <a:extLst>
                <a:ext uri="{FF2B5EF4-FFF2-40B4-BE49-F238E27FC236}">
                  <a16:creationId xmlns:a16="http://schemas.microsoft.com/office/drawing/2014/main" id="{0E5E31D6-8C58-2608-155E-D27ABC956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7" name="Freeform 44">
              <a:extLst>
                <a:ext uri="{FF2B5EF4-FFF2-40B4-BE49-F238E27FC236}">
                  <a16:creationId xmlns:a16="http://schemas.microsoft.com/office/drawing/2014/main" id="{DC9208A1-7CB4-9B1D-F7E6-DCA4586FC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8" name="Freeform 46">
              <a:extLst>
                <a:ext uri="{FF2B5EF4-FFF2-40B4-BE49-F238E27FC236}">
                  <a16:creationId xmlns:a16="http://schemas.microsoft.com/office/drawing/2014/main" id="{98BBA3CE-BDB4-2F9D-F747-BF35DBF5F5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9" name="Freeform 47">
              <a:extLst>
                <a:ext uri="{FF2B5EF4-FFF2-40B4-BE49-F238E27FC236}">
                  <a16:creationId xmlns:a16="http://schemas.microsoft.com/office/drawing/2014/main" id="{45F569AD-46DA-F35A-5174-2B17C2A928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0" name="Freeform 48">
              <a:extLst>
                <a:ext uri="{FF2B5EF4-FFF2-40B4-BE49-F238E27FC236}">
                  <a16:creationId xmlns:a16="http://schemas.microsoft.com/office/drawing/2014/main" id="{1DA5A51D-A09A-0DFC-620B-45407D383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1" name="Freeform 49">
              <a:extLst>
                <a:ext uri="{FF2B5EF4-FFF2-40B4-BE49-F238E27FC236}">
                  <a16:creationId xmlns:a16="http://schemas.microsoft.com/office/drawing/2014/main" id="{B550886D-4312-5F3D-C80E-A665585FB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1957336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2" name="Freeform 50">
              <a:extLst>
                <a:ext uri="{FF2B5EF4-FFF2-40B4-BE49-F238E27FC236}">
                  <a16:creationId xmlns:a16="http://schemas.microsoft.com/office/drawing/2014/main" id="{16E11330-D078-EA40-377B-713D342A7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3" name="Freeform 51">
              <a:extLst>
                <a:ext uri="{FF2B5EF4-FFF2-40B4-BE49-F238E27FC236}">
                  <a16:creationId xmlns:a16="http://schemas.microsoft.com/office/drawing/2014/main" id="{FCA4C67C-2163-ACE6-CC5E-CD2E2DB1D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4" name="Freeform 52">
              <a:extLst>
                <a:ext uri="{FF2B5EF4-FFF2-40B4-BE49-F238E27FC236}">
                  <a16:creationId xmlns:a16="http://schemas.microsoft.com/office/drawing/2014/main" id="{EE34D507-5282-AAC3-99D5-D9313A8C0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5" name="Freeform 53">
              <a:extLst>
                <a:ext uri="{FF2B5EF4-FFF2-40B4-BE49-F238E27FC236}">
                  <a16:creationId xmlns:a16="http://schemas.microsoft.com/office/drawing/2014/main" id="{896F97C7-638E-A4E2-E77C-2A8D503D1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6" name="Freeform 56">
              <a:extLst>
                <a:ext uri="{FF2B5EF4-FFF2-40B4-BE49-F238E27FC236}">
                  <a16:creationId xmlns:a16="http://schemas.microsoft.com/office/drawing/2014/main" id="{8514E21F-1111-D5B9-2B94-274E33D6B7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7" name="Freeform 57">
              <a:extLst>
                <a:ext uri="{FF2B5EF4-FFF2-40B4-BE49-F238E27FC236}">
                  <a16:creationId xmlns:a16="http://schemas.microsoft.com/office/drawing/2014/main" id="{8AD50264-86FF-DB1F-BD32-45C1D8EEC0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8" name="Freeform 58">
              <a:extLst>
                <a:ext uri="{FF2B5EF4-FFF2-40B4-BE49-F238E27FC236}">
                  <a16:creationId xmlns:a16="http://schemas.microsoft.com/office/drawing/2014/main" id="{23E6C990-AA71-E688-BE7A-4A520BF616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2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9" name="Freeform 59">
              <a:extLst>
                <a:ext uri="{FF2B5EF4-FFF2-40B4-BE49-F238E27FC236}">
                  <a16:creationId xmlns:a16="http://schemas.microsoft.com/office/drawing/2014/main" id="{3737AD89-339F-8E1F-8C19-B6FAB85B1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0" name="Freeform 60">
              <a:extLst>
                <a:ext uri="{FF2B5EF4-FFF2-40B4-BE49-F238E27FC236}">
                  <a16:creationId xmlns:a16="http://schemas.microsoft.com/office/drawing/2014/main" id="{F51E1273-0BA3-790B-FEA5-C51BE204437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2936005"/>
              <a:ext cx="1132424" cy="981109"/>
            </a:xfrm>
            <a:custGeom>
              <a:avLst/>
              <a:gdLst>
                <a:gd name="T0" fmla="*/ 464 w 464"/>
                <a:gd name="T1" fmla="*/ 0 h 402"/>
                <a:gd name="T2" fmla="*/ 232 w 464"/>
                <a:gd name="T3" fmla="*/ 402 h 402"/>
                <a:gd name="T4" fmla="*/ 0 w 464"/>
                <a:gd name="T5" fmla="*/ 0 h 402"/>
                <a:gd name="T6" fmla="*/ 464 w 464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464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accent6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1" name="Freeform 61">
              <a:extLst>
                <a:ext uri="{FF2B5EF4-FFF2-40B4-BE49-F238E27FC236}">
                  <a16:creationId xmlns:a16="http://schemas.microsoft.com/office/drawing/2014/main" id="{BC9F7B22-1641-B52E-5B18-92046B6A7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2" name="Freeform 62">
              <a:extLst>
                <a:ext uri="{FF2B5EF4-FFF2-40B4-BE49-F238E27FC236}">
                  <a16:creationId xmlns:a16="http://schemas.microsoft.com/office/drawing/2014/main" id="{AAA3B9D4-ADFD-620A-5BCB-A0D26309D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1">
                <a:lumMod val="7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3" name="Freeform 63">
              <a:extLst>
                <a:ext uri="{FF2B5EF4-FFF2-40B4-BE49-F238E27FC236}">
                  <a16:creationId xmlns:a16="http://schemas.microsoft.com/office/drawing/2014/main" id="{8510A026-C8CF-3EC1-0C14-4273D5AA2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4" name="Freeform 65">
              <a:extLst>
                <a:ext uri="{FF2B5EF4-FFF2-40B4-BE49-F238E27FC236}">
                  <a16:creationId xmlns:a16="http://schemas.microsoft.com/office/drawing/2014/main" id="{CF314648-3A9D-65B4-BD97-BE465C15C0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5" name="Freeform 66">
              <a:extLst>
                <a:ext uri="{FF2B5EF4-FFF2-40B4-BE49-F238E27FC236}">
                  <a16:creationId xmlns:a16="http://schemas.microsoft.com/office/drawing/2014/main" id="{411FFD83-BBD4-1B0E-C370-610FB2ABB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2263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1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1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6" name="Freeform 67">
              <a:extLst>
                <a:ext uri="{FF2B5EF4-FFF2-40B4-BE49-F238E27FC236}">
                  <a16:creationId xmlns:a16="http://schemas.microsoft.com/office/drawing/2014/main" id="{A8D4D8A7-5C80-5414-B175-57DFB59F0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3917114"/>
              <a:ext cx="1132424" cy="983550"/>
            </a:xfrm>
            <a:custGeom>
              <a:avLst/>
              <a:gdLst>
                <a:gd name="T0" fmla="*/ 0 w 464"/>
                <a:gd name="T1" fmla="*/ 403 h 403"/>
                <a:gd name="T2" fmla="*/ 232 w 464"/>
                <a:gd name="T3" fmla="*/ 0 h 403"/>
                <a:gd name="T4" fmla="*/ 464 w 464"/>
                <a:gd name="T5" fmla="*/ 403 h 403"/>
                <a:gd name="T6" fmla="*/ 0 w 464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0" y="403"/>
                  </a:moveTo>
                  <a:lnTo>
                    <a:pt x="232" y="0"/>
                  </a:lnTo>
                  <a:lnTo>
                    <a:pt x="464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7" name="Freeform 68">
              <a:extLst>
                <a:ext uri="{FF2B5EF4-FFF2-40B4-BE49-F238E27FC236}">
                  <a16:creationId xmlns:a16="http://schemas.microsoft.com/office/drawing/2014/main" id="{06F32DDC-7A14-FE6F-DCA7-8209CC77D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2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8" name="Freeform 69">
              <a:extLst>
                <a:ext uri="{FF2B5EF4-FFF2-40B4-BE49-F238E27FC236}">
                  <a16:creationId xmlns:a16="http://schemas.microsoft.com/office/drawing/2014/main" id="{1EB83398-3716-36C4-B5D9-E49555134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1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1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9" name="Freeform 70">
              <a:extLst>
                <a:ext uri="{FF2B5EF4-FFF2-40B4-BE49-F238E27FC236}">
                  <a16:creationId xmlns:a16="http://schemas.microsoft.com/office/drawing/2014/main" id="{F052FA84-0A9D-A59A-456D-331DC12D6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0" name="Freeform 71">
              <a:extLst>
                <a:ext uri="{FF2B5EF4-FFF2-40B4-BE49-F238E27FC236}">
                  <a16:creationId xmlns:a16="http://schemas.microsoft.com/office/drawing/2014/main" id="{7EEA86EE-2203-110E-6B4E-4E75C6430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2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2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1" name="Freeform 74">
              <a:extLst>
                <a:ext uri="{FF2B5EF4-FFF2-40B4-BE49-F238E27FC236}">
                  <a16:creationId xmlns:a16="http://schemas.microsoft.com/office/drawing/2014/main" id="{C2082544-C8E5-3A2F-E94C-C51948F249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2" name="Freeform 75">
              <a:extLst>
                <a:ext uri="{FF2B5EF4-FFF2-40B4-BE49-F238E27FC236}">
                  <a16:creationId xmlns:a16="http://schemas.microsoft.com/office/drawing/2014/main" id="{5369B99B-6C36-11EB-B9C6-2176596F76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4900662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3" name="Freeform 76">
              <a:extLst>
                <a:ext uri="{FF2B5EF4-FFF2-40B4-BE49-F238E27FC236}">
                  <a16:creationId xmlns:a16="http://schemas.microsoft.com/office/drawing/2014/main" id="{30FFD51C-E748-AE6D-F120-B896F3D863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4" name="Freeform 77">
              <a:extLst>
                <a:ext uri="{FF2B5EF4-FFF2-40B4-BE49-F238E27FC236}">
                  <a16:creationId xmlns:a16="http://schemas.microsoft.com/office/drawing/2014/main" id="{CE63F398-4E06-0FC3-6C03-F2315D2B8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5" name="Freeform 78">
              <a:extLst>
                <a:ext uri="{FF2B5EF4-FFF2-40B4-BE49-F238E27FC236}">
                  <a16:creationId xmlns:a16="http://schemas.microsoft.com/office/drawing/2014/main" id="{FDCD3B15-945E-9AD4-239B-6BEE7FB62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3466" y="390607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6" name="Freeform 79">
              <a:extLst>
                <a:ext uri="{FF2B5EF4-FFF2-40B4-BE49-F238E27FC236}">
                  <a16:creationId xmlns:a16="http://schemas.microsoft.com/office/drawing/2014/main" id="{CC1F51F0-0D97-C816-4A3E-86462AFD7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7" name="Freeform 80">
              <a:extLst>
                <a:ext uri="{FF2B5EF4-FFF2-40B4-BE49-F238E27FC236}">
                  <a16:creationId xmlns:a16="http://schemas.microsoft.com/office/drawing/2014/main" id="{152D88E0-51DC-159E-61DB-59311D940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8" name="Freeform 81">
              <a:extLst>
                <a:ext uri="{FF2B5EF4-FFF2-40B4-BE49-F238E27FC236}">
                  <a16:creationId xmlns:a16="http://schemas.microsoft.com/office/drawing/2014/main" id="{14D0CA6E-E349-2A93-4A9B-F199E13A8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9" name="Freeform 84">
              <a:extLst>
                <a:ext uri="{FF2B5EF4-FFF2-40B4-BE49-F238E27FC236}">
                  <a16:creationId xmlns:a16="http://schemas.microsoft.com/office/drawing/2014/main" id="{54C2F40B-29D8-BB0F-48F7-8001A5FA1A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0" name="Freeform 85">
              <a:extLst>
                <a:ext uri="{FF2B5EF4-FFF2-40B4-BE49-F238E27FC236}">
                  <a16:creationId xmlns:a16="http://schemas.microsoft.com/office/drawing/2014/main" id="{B32702B1-2CBC-280D-E211-DDA7D9E420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1" name="Freeform 86">
              <a:extLst>
                <a:ext uri="{FF2B5EF4-FFF2-40B4-BE49-F238E27FC236}">
                  <a16:creationId xmlns:a16="http://schemas.microsoft.com/office/drawing/2014/main" id="{FF4F5653-F37F-E9A9-3E9C-055EF1873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2" name="Freeform 87">
              <a:extLst>
                <a:ext uri="{FF2B5EF4-FFF2-40B4-BE49-F238E27FC236}">
                  <a16:creationId xmlns:a16="http://schemas.microsoft.com/office/drawing/2014/main" id="{5210B139-B613-6DD7-7358-EC0393DCB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5879331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3" name="Freeform 88">
              <a:extLst>
                <a:ext uri="{FF2B5EF4-FFF2-40B4-BE49-F238E27FC236}">
                  <a16:creationId xmlns:a16="http://schemas.microsoft.com/office/drawing/2014/main" id="{DEA9FECF-8A72-3039-A2E4-128E988F4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4" name="Freeform 89">
              <a:extLst>
                <a:ext uri="{FF2B5EF4-FFF2-40B4-BE49-F238E27FC236}">
                  <a16:creationId xmlns:a16="http://schemas.microsoft.com/office/drawing/2014/main" id="{90E24DA2-E37E-C6D4-FBC6-B5A02D428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5" name="Freeform 90">
              <a:extLst>
                <a:ext uri="{FF2B5EF4-FFF2-40B4-BE49-F238E27FC236}">
                  <a16:creationId xmlns:a16="http://schemas.microsoft.com/office/drawing/2014/main" id="{D98194F8-1DDB-443D-16F6-283275C644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6" name="Freeform 91">
              <a:extLst>
                <a:ext uri="{FF2B5EF4-FFF2-40B4-BE49-F238E27FC236}">
                  <a16:creationId xmlns:a16="http://schemas.microsoft.com/office/drawing/2014/main" id="{2E0EE9A7-5467-794F-10B9-96963DF38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</p:grpSp>
    </p:spTree>
    <p:extLst>
      <p:ext uri="{BB962C8B-B14F-4D97-AF65-F5344CB8AC3E}">
        <p14:creationId xmlns:p14="http://schemas.microsoft.com/office/powerpoint/2010/main" val="4219681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6F471-A0F7-EF49-A561-35CC61C7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CB708-3088-064E-0DE8-6B3B8E472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55851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EE0E7A-4B35-25D1-F476-8CE0AD9C9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448854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ECEDE6E-F6E6-02FC-0519-89DF2D5303F0}"/>
              </a:ext>
            </a:extLst>
          </p:cNvPr>
          <p:cNvGrpSpPr/>
          <p:nvPr userDrawn="1"/>
        </p:nvGrpSpPr>
        <p:grpSpPr>
          <a:xfrm>
            <a:off x="8868228" y="4885517"/>
            <a:ext cx="6210663" cy="6849283"/>
            <a:chOff x="4843448" y="0"/>
            <a:chExt cx="6218568" cy="6858000"/>
          </a:xfrm>
        </p:grpSpPr>
        <p:sp>
          <p:nvSpPr>
            <p:cNvPr id="9" name="Freeform 27">
              <a:extLst>
                <a:ext uri="{FF2B5EF4-FFF2-40B4-BE49-F238E27FC236}">
                  <a16:creationId xmlns:a16="http://schemas.microsoft.com/office/drawing/2014/main" id="{CDF83955-8CD9-3102-DDF5-92E0FCA708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EC556338-7281-6B29-80C5-1733397F36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2254B259-DBA6-923F-CB53-9DBAD5A19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7030A0">
                <a:alpha val="1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12F3BDC1-E3B9-7339-F9C7-1BB4C3A80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0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" name="Freeform 31">
              <a:extLst>
                <a:ext uri="{FF2B5EF4-FFF2-40B4-BE49-F238E27FC236}">
                  <a16:creationId xmlns:a16="http://schemas.microsoft.com/office/drawing/2014/main" id="{7570B83C-5A65-E7AA-3E20-401DA932C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" name="Freeform 32">
              <a:extLst>
                <a:ext uri="{FF2B5EF4-FFF2-40B4-BE49-F238E27FC236}">
                  <a16:creationId xmlns:a16="http://schemas.microsoft.com/office/drawing/2014/main" id="{AA2D32F7-5701-D40B-A0E3-3624E65E9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" name="Freeform 33">
              <a:extLst>
                <a:ext uri="{FF2B5EF4-FFF2-40B4-BE49-F238E27FC236}">
                  <a16:creationId xmlns:a16="http://schemas.microsoft.com/office/drawing/2014/main" id="{A40435C9-2E50-2299-7730-CE1FD2503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553B66BA-217C-AAD3-7A78-A40DC5CC3E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7A2DC4D2-4ECB-97C8-B9E6-225D762C27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98110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8" name="Freeform 38">
              <a:extLst>
                <a:ext uri="{FF2B5EF4-FFF2-40B4-BE49-F238E27FC236}">
                  <a16:creationId xmlns:a16="http://schemas.microsoft.com/office/drawing/2014/main" id="{A21DB86E-D7C6-A87B-4703-1029138020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9" name="Freeform 39">
              <a:extLst>
                <a:ext uri="{FF2B5EF4-FFF2-40B4-BE49-F238E27FC236}">
                  <a16:creationId xmlns:a16="http://schemas.microsoft.com/office/drawing/2014/main" id="{A7189469-391B-FBBF-5D22-73D67B012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981109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accent6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0" name="Freeform 40">
              <a:extLst>
                <a:ext uri="{FF2B5EF4-FFF2-40B4-BE49-F238E27FC236}">
                  <a16:creationId xmlns:a16="http://schemas.microsoft.com/office/drawing/2014/main" id="{2371D57E-A8D8-E14C-92C8-72A13B751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1" name="Freeform 41">
              <a:extLst>
                <a:ext uri="{FF2B5EF4-FFF2-40B4-BE49-F238E27FC236}">
                  <a16:creationId xmlns:a16="http://schemas.microsoft.com/office/drawing/2014/main" id="{7EDF262E-BD39-0BEB-6F7D-6C924D4D714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2" name="Freeform 42">
              <a:extLst>
                <a:ext uri="{FF2B5EF4-FFF2-40B4-BE49-F238E27FC236}">
                  <a16:creationId xmlns:a16="http://schemas.microsoft.com/office/drawing/2014/main" id="{6DCC56A4-74EC-A6A5-A9DF-2E0887C04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97866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3" name="Freeform 43">
              <a:extLst>
                <a:ext uri="{FF2B5EF4-FFF2-40B4-BE49-F238E27FC236}">
                  <a16:creationId xmlns:a16="http://schemas.microsoft.com/office/drawing/2014/main" id="{B9DA35BC-9867-3263-94B1-A466B7B7B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4" name="Freeform 44">
              <a:extLst>
                <a:ext uri="{FF2B5EF4-FFF2-40B4-BE49-F238E27FC236}">
                  <a16:creationId xmlns:a16="http://schemas.microsoft.com/office/drawing/2014/main" id="{D0193169-D65B-818A-8BC3-D36EC2086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5" name="Freeform 46">
              <a:extLst>
                <a:ext uri="{FF2B5EF4-FFF2-40B4-BE49-F238E27FC236}">
                  <a16:creationId xmlns:a16="http://schemas.microsoft.com/office/drawing/2014/main" id="{F911E655-A7AF-BCD7-DBFB-CD5B0FF04D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6" name="Freeform 47">
              <a:extLst>
                <a:ext uri="{FF2B5EF4-FFF2-40B4-BE49-F238E27FC236}">
                  <a16:creationId xmlns:a16="http://schemas.microsoft.com/office/drawing/2014/main" id="{ED0EC12E-EAB4-5A87-BBFF-1BC2F0B643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7" name="Freeform 48">
              <a:extLst>
                <a:ext uri="{FF2B5EF4-FFF2-40B4-BE49-F238E27FC236}">
                  <a16:creationId xmlns:a16="http://schemas.microsoft.com/office/drawing/2014/main" id="{5C3E8B5C-9F10-2E89-3E97-27F42B4D7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8" name="Freeform 49">
              <a:extLst>
                <a:ext uri="{FF2B5EF4-FFF2-40B4-BE49-F238E27FC236}">
                  <a16:creationId xmlns:a16="http://schemas.microsoft.com/office/drawing/2014/main" id="{2F75915A-3206-FA57-4E31-4EA04DAB6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1957336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9" name="Freeform 50">
              <a:extLst>
                <a:ext uri="{FF2B5EF4-FFF2-40B4-BE49-F238E27FC236}">
                  <a16:creationId xmlns:a16="http://schemas.microsoft.com/office/drawing/2014/main" id="{92601415-C409-0361-D4C8-9FC933BA3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0" name="Freeform 51">
              <a:extLst>
                <a:ext uri="{FF2B5EF4-FFF2-40B4-BE49-F238E27FC236}">
                  <a16:creationId xmlns:a16="http://schemas.microsoft.com/office/drawing/2014/main" id="{9C47E713-6059-E331-DA18-E32A86932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506" y="996324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1" name="Freeform 52">
              <a:extLst>
                <a:ext uri="{FF2B5EF4-FFF2-40B4-BE49-F238E27FC236}">
                  <a16:creationId xmlns:a16="http://schemas.microsoft.com/office/drawing/2014/main" id="{F6EECF00-B1EC-420D-AB35-60D63F55E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2" name="Freeform 53">
              <a:extLst>
                <a:ext uri="{FF2B5EF4-FFF2-40B4-BE49-F238E27FC236}">
                  <a16:creationId xmlns:a16="http://schemas.microsoft.com/office/drawing/2014/main" id="{0BB2E627-7E0C-77E3-AB27-16E959907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3" name="Freeform 56">
              <a:extLst>
                <a:ext uri="{FF2B5EF4-FFF2-40B4-BE49-F238E27FC236}">
                  <a16:creationId xmlns:a16="http://schemas.microsoft.com/office/drawing/2014/main" id="{C6E54866-410A-BB75-6C4B-8CAD4C9109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4" name="Freeform 57">
              <a:extLst>
                <a:ext uri="{FF2B5EF4-FFF2-40B4-BE49-F238E27FC236}">
                  <a16:creationId xmlns:a16="http://schemas.microsoft.com/office/drawing/2014/main" id="{50A46D80-C095-6A1A-85CF-CCA9A3F92D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5" name="Freeform 58">
              <a:extLst>
                <a:ext uri="{FF2B5EF4-FFF2-40B4-BE49-F238E27FC236}">
                  <a16:creationId xmlns:a16="http://schemas.microsoft.com/office/drawing/2014/main" id="{6B01110D-1624-5EAF-709E-A72AB82BE2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2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6" name="Freeform 59">
              <a:extLst>
                <a:ext uri="{FF2B5EF4-FFF2-40B4-BE49-F238E27FC236}">
                  <a16:creationId xmlns:a16="http://schemas.microsoft.com/office/drawing/2014/main" id="{5EE2A528-554A-85CB-6A11-1706FE857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7" name="Freeform 60">
              <a:extLst>
                <a:ext uri="{FF2B5EF4-FFF2-40B4-BE49-F238E27FC236}">
                  <a16:creationId xmlns:a16="http://schemas.microsoft.com/office/drawing/2014/main" id="{1EA634E1-A765-8770-DACC-DE1E3B211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2936005"/>
              <a:ext cx="1132424" cy="981109"/>
            </a:xfrm>
            <a:custGeom>
              <a:avLst/>
              <a:gdLst>
                <a:gd name="T0" fmla="*/ 464 w 464"/>
                <a:gd name="T1" fmla="*/ 0 h 402"/>
                <a:gd name="T2" fmla="*/ 232 w 464"/>
                <a:gd name="T3" fmla="*/ 402 h 402"/>
                <a:gd name="T4" fmla="*/ 0 w 464"/>
                <a:gd name="T5" fmla="*/ 0 h 402"/>
                <a:gd name="T6" fmla="*/ 464 w 464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464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8" name="Freeform 61">
              <a:extLst>
                <a:ext uri="{FF2B5EF4-FFF2-40B4-BE49-F238E27FC236}">
                  <a16:creationId xmlns:a16="http://schemas.microsoft.com/office/drawing/2014/main" id="{A64747CB-9381-E090-E0BA-8D55AB2AF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9" name="Freeform 62">
              <a:extLst>
                <a:ext uri="{FF2B5EF4-FFF2-40B4-BE49-F238E27FC236}">
                  <a16:creationId xmlns:a16="http://schemas.microsoft.com/office/drawing/2014/main" id="{6F803316-3922-F7F5-4AC0-AC206E772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0" name="Freeform 63">
              <a:extLst>
                <a:ext uri="{FF2B5EF4-FFF2-40B4-BE49-F238E27FC236}">
                  <a16:creationId xmlns:a16="http://schemas.microsoft.com/office/drawing/2014/main" id="{120D05AE-BAC0-9368-FFDF-434F55A27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1" name="Freeform 65">
              <a:extLst>
                <a:ext uri="{FF2B5EF4-FFF2-40B4-BE49-F238E27FC236}">
                  <a16:creationId xmlns:a16="http://schemas.microsoft.com/office/drawing/2014/main" id="{12D4779D-D740-EE05-E7EE-4E4CF06FF3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2" name="Freeform 66">
              <a:extLst>
                <a:ext uri="{FF2B5EF4-FFF2-40B4-BE49-F238E27FC236}">
                  <a16:creationId xmlns:a16="http://schemas.microsoft.com/office/drawing/2014/main" id="{17C3F4DD-4066-47AE-1A4F-AF1F0F542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1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1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3" name="Freeform 67">
              <a:extLst>
                <a:ext uri="{FF2B5EF4-FFF2-40B4-BE49-F238E27FC236}">
                  <a16:creationId xmlns:a16="http://schemas.microsoft.com/office/drawing/2014/main" id="{5471E934-4CF5-A8B5-48B5-765D4FD16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3917114"/>
              <a:ext cx="1132424" cy="983550"/>
            </a:xfrm>
            <a:custGeom>
              <a:avLst/>
              <a:gdLst>
                <a:gd name="T0" fmla="*/ 0 w 464"/>
                <a:gd name="T1" fmla="*/ 403 h 403"/>
                <a:gd name="T2" fmla="*/ 232 w 464"/>
                <a:gd name="T3" fmla="*/ 0 h 403"/>
                <a:gd name="T4" fmla="*/ 464 w 464"/>
                <a:gd name="T5" fmla="*/ 403 h 403"/>
                <a:gd name="T6" fmla="*/ 0 w 464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0" y="403"/>
                  </a:moveTo>
                  <a:lnTo>
                    <a:pt x="232" y="0"/>
                  </a:lnTo>
                  <a:lnTo>
                    <a:pt x="464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4" name="Freeform 68">
              <a:extLst>
                <a:ext uri="{FF2B5EF4-FFF2-40B4-BE49-F238E27FC236}">
                  <a16:creationId xmlns:a16="http://schemas.microsoft.com/office/drawing/2014/main" id="{AEC52650-8B07-95DC-0260-1794E76F8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2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5" name="Freeform 69">
              <a:extLst>
                <a:ext uri="{FF2B5EF4-FFF2-40B4-BE49-F238E27FC236}">
                  <a16:creationId xmlns:a16="http://schemas.microsoft.com/office/drawing/2014/main" id="{A301E3AA-B8C3-1870-C480-90480827E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1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1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6" name="Freeform 70">
              <a:extLst>
                <a:ext uri="{FF2B5EF4-FFF2-40B4-BE49-F238E27FC236}">
                  <a16:creationId xmlns:a16="http://schemas.microsoft.com/office/drawing/2014/main" id="{52C79EAD-7081-D17A-8D82-8BD02ED54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7" name="Freeform 71">
              <a:extLst>
                <a:ext uri="{FF2B5EF4-FFF2-40B4-BE49-F238E27FC236}">
                  <a16:creationId xmlns:a16="http://schemas.microsoft.com/office/drawing/2014/main" id="{C128996A-0B67-D633-2D74-1EF9E9DDC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2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2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8" name="Freeform 74">
              <a:extLst>
                <a:ext uri="{FF2B5EF4-FFF2-40B4-BE49-F238E27FC236}">
                  <a16:creationId xmlns:a16="http://schemas.microsoft.com/office/drawing/2014/main" id="{FCA52739-2E7C-E2E8-DAC9-4456B1C624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9" name="Freeform 75">
              <a:extLst>
                <a:ext uri="{FF2B5EF4-FFF2-40B4-BE49-F238E27FC236}">
                  <a16:creationId xmlns:a16="http://schemas.microsoft.com/office/drawing/2014/main" id="{1D163FB0-62FC-6031-D028-CCBA825E2D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4900662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0" name="Freeform 76">
              <a:extLst>
                <a:ext uri="{FF2B5EF4-FFF2-40B4-BE49-F238E27FC236}">
                  <a16:creationId xmlns:a16="http://schemas.microsoft.com/office/drawing/2014/main" id="{95B15BA5-D0EB-66DF-84D5-5DC6659DCB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1" name="Freeform 77">
              <a:extLst>
                <a:ext uri="{FF2B5EF4-FFF2-40B4-BE49-F238E27FC236}">
                  <a16:creationId xmlns:a16="http://schemas.microsoft.com/office/drawing/2014/main" id="{EADC3A96-F174-677F-72E9-650CC6EE0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2" name="Freeform 78">
              <a:extLst>
                <a:ext uri="{FF2B5EF4-FFF2-40B4-BE49-F238E27FC236}">
                  <a16:creationId xmlns:a16="http://schemas.microsoft.com/office/drawing/2014/main" id="{39F9775A-0BC0-C5E1-995B-3C6C46BA0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3" name="Freeform 79">
              <a:extLst>
                <a:ext uri="{FF2B5EF4-FFF2-40B4-BE49-F238E27FC236}">
                  <a16:creationId xmlns:a16="http://schemas.microsoft.com/office/drawing/2014/main" id="{39637357-273D-F8FE-5838-7060C913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4" name="Freeform 80">
              <a:extLst>
                <a:ext uri="{FF2B5EF4-FFF2-40B4-BE49-F238E27FC236}">
                  <a16:creationId xmlns:a16="http://schemas.microsoft.com/office/drawing/2014/main" id="{002B8FA1-C491-4410-54A8-3D6200DCE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5" name="Freeform 81">
              <a:extLst>
                <a:ext uri="{FF2B5EF4-FFF2-40B4-BE49-F238E27FC236}">
                  <a16:creationId xmlns:a16="http://schemas.microsoft.com/office/drawing/2014/main" id="{2546A8FA-54B7-D99A-CF5E-6C245AA40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6" name="Freeform 84">
              <a:extLst>
                <a:ext uri="{FF2B5EF4-FFF2-40B4-BE49-F238E27FC236}">
                  <a16:creationId xmlns:a16="http://schemas.microsoft.com/office/drawing/2014/main" id="{5EA34CF7-4110-1FDC-3791-B53A7525F2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7" name="Freeform 85">
              <a:extLst>
                <a:ext uri="{FF2B5EF4-FFF2-40B4-BE49-F238E27FC236}">
                  <a16:creationId xmlns:a16="http://schemas.microsoft.com/office/drawing/2014/main" id="{DD4B478C-3A40-7B4A-4128-9C934BD2639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8" name="Freeform 86">
              <a:extLst>
                <a:ext uri="{FF2B5EF4-FFF2-40B4-BE49-F238E27FC236}">
                  <a16:creationId xmlns:a16="http://schemas.microsoft.com/office/drawing/2014/main" id="{02D38993-87F1-313D-C268-FEE2C9B06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9" name="Freeform 87">
              <a:extLst>
                <a:ext uri="{FF2B5EF4-FFF2-40B4-BE49-F238E27FC236}">
                  <a16:creationId xmlns:a16="http://schemas.microsoft.com/office/drawing/2014/main" id="{28038AF7-ED82-1F3B-4A59-A2CF249BD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5879331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0" name="Freeform 88">
              <a:extLst>
                <a:ext uri="{FF2B5EF4-FFF2-40B4-BE49-F238E27FC236}">
                  <a16:creationId xmlns:a16="http://schemas.microsoft.com/office/drawing/2014/main" id="{884190C7-8C55-B200-B237-1A856399D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1" name="Freeform 89">
              <a:extLst>
                <a:ext uri="{FF2B5EF4-FFF2-40B4-BE49-F238E27FC236}">
                  <a16:creationId xmlns:a16="http://schemas.microsoft.com/office/drawing/2014/main" id="{F7A668B4-D251-F144-AD92-5C555A82B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2" name="Freeform 90">
              <a:extLst>
                <a:ext uri="{FF2B5EF4-FFF2-40B4-BE49-F238E27FC236}">
                  <a16:creationId xmlns:a16="http://schemas.microsoft.com/office/drawing/2014/main" id="{F342F243-B1A0-46B1-5E80-1BB4EF339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3" name="Freeform 91">
              <a:extLst>
                <a:ext uri="{FF2B5EF4-FFF2-40B4-BE49-F238E27FC236}">
                  <a16:creationId xmlns:a16="http://schemas.microsoft.com/office/drawing/2014/main" id="{8383DBEF-6874-5477-45DD-13E50E226E4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F462146-A2AC-03E5-D398-F6C941C43481}"/>
              </a:ext>
            </a:extLst>
          </p:cNvPr>
          <p:cNvGrpSpPr/>
          <p:nvPr userDrawn="1"/>
        </p:nvGrpSpPr>
        <p:grpSpPr>
          <a:xfrm>
            <a:off x="-2267132" y="-2916741"/>
            <a:ext cx="6210663" cy="6849283"/>
            <a:chOff x="4843448" y="0"/>
            <a:chExt cx="6218568" cy="6858000"/>
          </a:xfrm>
        </p:grpSpPr>
        <p:sp>
          <p:nvSpPr>
            <p:cNvPr id="65" name="Freeform 27">
              <a:extLst>
                <a:ext uri="{FF2B5EF4-FFF2-40B4-BE49-F238E27FC236}">
                  <a16:creationId xmlns:a16="http://schemas.microsoft.com/office/drawing/2014/main" id="{8C4FECD0-B337-0397-7FB3-1C6E07E9FD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6" name="Freeform 28">
              <a:extLst>
                <a:ext uri="{FF2B5EF4-FFF2-40B4-BE49-F238E27FC236}">
                  <a16:creationId xmlns:a16="http://schemas.microsoft.com/office/drawing/2014/main" id="{CAC76B4C-B12B-AD7A-109C-24616CC804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7" name="Freeform 29">
              <a:extLst>
                <a:ext uri="{FF2B5EF4-FFF2-40B4-BE49-F238E27FC236}">
                  <a16:creationId xmlns:a16="http://schemas.microsoft.com/office/drawing/2014/main" id="{770E54AE-23C4-8AC8-341D-E07F3EDA0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8" name="Freeform 30">
              <a:extLst>
                <a:ext uri="{FF2B5EF4-FFF2-40B4-BE49-F238E27FC236}">
                  <a16:creationId xmlns:a16="http://schemas.microsoft.com/office/drawing/2014/main" id="{01B516FC-8DC4-EDE8-99EB-4D3BF8B2B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0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9" name="Freeform 31">
              <a:extLst>
                <a:ext uri="{FF2B5EF4-FFF2-40B4-BE49-F238E27FC236}">
                  <a16:creationId xmlns:a16="http://schemas.microsoft.com/office/drawing/2014/main" id="{A5850398-656D-C4A4-D2BA-B81648C6E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0" name="Freeform 32">
              <a:extLst>
                <a:ext uri="{FF2B5EF4-FFF2-40B4-BE49-F238E27FC236}">
                  <a16:creationId xmlns:a16="http://schemas.microsoft.com/office/drawing/2014/main" id="{8196CC77-73F6-F7D5-AD21-3D7DF2ECC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1" name="Freeform 33">
              <a:extLst>
                <a:ext uri="{FF2B5EF4-FFF2-40B4-BE49-F238E27FC236}">
                  <a16:creationId xmlns:a16="http://schemas.microsoft.com/office/drawing/2014/main" id="{116F9569-FA21-900F-5F75-9350F24CB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2" name="Freeform 36">
              <a:extLst>
                <a:ext uri="{FF2B5EF4-FFF2-40B4-BE49-F238E27FC236}">
                  <a16:creationId xmlns:a16="http://schemas.microsoft.com/office/drawing/2014/main" id="{B4E328CA-A77C-8869-E371-D61203EF0C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3" name="Freeform 37">
              <a:extLst>
                <a:ext uri="{FF2B5EF4-FFF2-40B4-BE49-F238E27FC236}">
                  <a16:creationId xmlns:a16="http://schemas.microsoft.com/office/drawing/2014/main" id="{11773C73-B174-8EF0-5718-BEDCA30B08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98110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4" name="Freeform 38">
              <a:extLst>
                <a:ext uri="{FF2B5EF4-FFF2-40B4-BE49-F238E27FC236}">
                  <a16:creationId xmlns:a16="http://schemas.microsoft.com/office/drawing/2014/main" id="{8A0BDED9-F0FC-E09A-A0C1-37CC1C4D3F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5" name="Freeform 39">
              <a:extLst>
                <a:ext uri="{FF2B5EF4-FFF2-40B4-BE49-F238E27FC236}">
                  <a16:creationId xmlns:a16="http://schemas.microsoft.com/office/drawing/2014/main" id="{3C1E93D6-EC6D-F0BF-D7E4-90DB36360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981109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6" name="Freeform 40">
              <a:extLst>
                <a:ext uri="{FF2B5EF4-FFF2-40B4-BE49-F238E27FC236}">
                  <a16:creationId xmlns:a16="http://schemas.microsoft.com/office/drawing/2014/main" id="{2C95DB4F-DFA3-5F1A-132B-B9218DB9A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7" name="Freeform 41">
              <a:extLst>
                <a:ext uri="{FF2B5EF4-FFF2-40B4-BE49-F238E27FC236}">
                  <a16:creationId xmlns:a16="http://schemas.microsoft.com/office/drawing/2014/main" id="{FBDFEFB9-E9F2-96A0-3FC0-50BBC3A23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8" name="Freeform 42">
              <a:extLst>
                <a:ext uri="{FF2B5EF4-FFF2-40B4-BE49-F238E27FC236}">
                  <a16:creationId xmlns:a16="http://schemas.microsoft.com/office/drawing/2014/main" id="{B2618038-3075-BDAF-5B0B-C2BF881ED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97866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9" name="Freeform 43">
              <a:extLst>
                <a:ext uri="{FF2B5EF4-FFF2-40B4-BE49-F238E27FC236}">
                  <a16:creationId xmlns:a16="http://schemas.microsoft.com/office/drawing/2014/main" id="{A8236AFA-948D-ADA9-C7CF-200CF3748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0" name="Freeform 44">
              <a:extLst>
                <a:ext uri="{FF2B5EF4-FFF2-40B4-BE49-F238E27FC236}">
                  <a16:creationId xmlns:a16="http://schemas.microsoft.com/office/drawing/2014/main" id="{E6F3AD87-3E05-25D9-0EED-628F296BF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1" name="Freeform 46">
              <a:extLst>
                <a:ext uri="{FF2B5EF4-FFF2-40B4-BE49-F238E27FC236}">
                  <a16:creationId xmlns:a16="http://schemas.microsoft.com/office/drawing/2014/main" id="{23AA223A-166D-135F-1182-FB5387BA9E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2" name="Freeform 47">
              <a:extLst>
                <a:ext uri="{FF2B5EF4-FFF2-40B4-BE49-F238E27FC236}">
                  <a16:creationId xmlns:a16="http://schemas.microsoft.com/office/drawing/2014/main" id="{6DE22769-42FF-BAD8-D778-3F476CE6E1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3" name="Freeform 48">
              <a:extLst>
                <a:ext uri="{FF2B5EF4-FFF2-40B4-BE49-F238E27FC236}">
                  <a16:creationId xmlns:a16="http://schemas.microsoft.com/office/drawing/2014/main" id="{D00DD463-7B8B-D3F5-E2B0-5E8B817FF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4" name="Freeform 49">
              <a:extLst>
                <a:ext uri="{FF2B5EF4-FFF2-40B4-BE49-F238E27FC236}">
                  <a16:creationId xmlns:a16="http://schemas.microsoft.com/office/drawing/2014/main" id="{862BA07F-AAB2-8A00-3972-B2F28BB01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1957336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5" name="Freeform 50">
              <a:extLst>
                <a:ext uri="{FF2B5EF4-FFF2-40B4-BE49-F238E27FC236}">
                  <a16:creationId xmlns:a16="http://schemas.microsoft.com/office/drawing/2014/main" id="{3F5D80DF-75CA-B6CD-98A8-72EA928A2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6" name="Freeform 51">
              <a:extLst>
                <a:ext uri="{FF2B5EF4-FFF2-40B4-BE49-F238E27FC236}">
                  <a16:creationId xmlns:a16="http://schemas.microsoft.com/office/drawing/2014/main" id="{72936B7C-733B-4768-9B61-A250E1A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7" name="Freeform 52">
              <a:extLst>
                <a:ext uri="{FF2B5EF4-FFF2-40B4-BE49-F238E27FC236}">
                  <a16:creationId xmlns:a16="http://schemas.microsoft.com/office/drawing/2014/main" id="{547985AB-431F-3E8E-5316-1804CDE2D69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8" name="Freeform 53">
              <a:extLst>
                <a:ext uri="{FF2B5EF4-FFF2-40B4-BE49-F238E27FC236}">
                  <a16:creationId xmlns:a16="http://schemas.microsoft.com/office/drawing/2014/main" id="{3A9DE57E-301C-B6EA-16DA-9F4B66649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9" name="Freeform 56">
              <a:extLst>
                <a:ext uri="{FF2B5EF4-FFF2-40B4-BE49-F238E27FC236}">
                  <a16:creationId xmlns:a16="http://schemas.microsoft.com/office/drawing/2014/main" id="{0EE98841-CFC0-7002-65B4-DCF0B8A32D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0" name="Freeform 57">
              <a:extLst>
                <a:ext uri="{FF2B5EF4-FFF2-40B4-BE49-F238E27FC236}">
                  <a16:creationId xmlns:a16="http://schemas.microsoft.com/office/drawing/2014/main" id="{934DC900-AEFC-B9E0-AA32-47E84AA766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1" name="Freeform 58">
              <a:extLst>
                <a:ext uri="{FF2B5EF4-FFF2-40B4-BE49-F238E27FC236}">
                  <a16:creationId xmlns:a16="http://schemas.microsoft.com/office/drawing/2014/main" id="{4A217901-7AA7-D90B-E4F7-4BB7AAB43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2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2" name="Freeform 59">
              <a:extLst>
                <a:ext uri="{FF2B5EF4-FFF2-40B4-BE49-F238E27FC236}">
                  <a16:creationId xmlns:a16="http://schemas.microsoft.com/office/drawing/2014/main" id="{8421A352-3C93-ECA2-437A-1AE67F4D4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3" name="Freeform 60">
              <a:extLst>
                <a:ext uri="{FF2B5EF4-FFF2-40B4-BE49-F238E27FC236}">
                  <a16:creationId xmlns:a16="http://schemas.microsoft.com/office/drawing/2014/main" id="{5ABE6450-9C9D-C503-9236-9ACB9D2A1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2936005"/>
              <a:ext cx="1132424" cy="981109"/>
            </a:xfrm>
            <a:custGeom>
              <a:avLst/>
              <a:gdLst>
                <a:gd name="T0" fmla="*/ 464 w 464"/>
                <a:gd name="T1" fmla="*/ 0 h 402"/>
                <a:gd name="T2" fmla="*/ 232 w 464"/>
                <a:gd name="T3" fmla="*/ 402 h 402"/>
                <a:gd name="T4" fmla="*/ 0 w 464"/>
                <a:gd name="T5" fmla="*/ 0 h 402"/>
                <a:gd name="T6" fmla="*/ 464 w 464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464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accent6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4" name="Freeform 61">
              <a:extLst>
                <a:ext uri="{FF2B5EF4-FFF2-40B4-BE49-F238E27FC236}">
                  <a16:creationId xmlns:a16="http://schemas.microsoft.com/office/drawing/2014/main" id="{C4A8B010-AE03-53BD-33A3-F377C934E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5" name="Freeform 62">
              <a:extLst>
                <a:ext uri="{FF2B5EF4-FFF2-40B4-BE49-F238E27FC236}">
                  <a16:creationId xmlns:a16="http://schemas.microsoft.com/office/drawing/2014/main" id="{467E727D-4BF6-71B9-33C3-14C3E1108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1">
                <a:lumMod val="7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6" name="Freeform 63">
              <a:extLst>
                <a:ext uri="{FF2B5EF4-FFF2-40B4-BE49-F238E27FC236}">
                  <a16:creationId xmlns:a16="http://schemas.microsoft.com/office/drawing/2014/main" id="{19EF498F-0499-5FA0-7B04-670D4E02E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7" name="Freeform 65">
              <a:extLst>
                <a:ext uri="{FF2B5EF4-FFF2-40B4-BE49-F238E27FC236}">
                  <a16:creationId xmlns:a16="http://schemas.microsoft.com/office/drawing/2014/main" id="{121FF9E4-A577-80D4-E509-D0991B1424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8" name="Freeform 66">
              <a:extLst>
                <a:ext uri="{FF2B5EF4-FFF2-40B4-BE49-F238E27FC236}">
                  <a16:creationId xmlns:a16="http://schemas.microsoft.com/office/drawing/2014/main" id="{ED552464-B894-82F5-CBB6-BEB4D393D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2263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1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1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9" name="Freeform 67">
              <a:extLst>
                <a:ext uri="{FF2B5EF4-FFF2-40B4-BE49-F238E27FC236}">
                  <a16:creationId xmlns:a16="http://schemas.microsoft.com/office/drawing/2014/main" id="{145DAAB8-8B74-5E06-6420-CCBC018BC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3917114"/>
              <a:ext cx="1132424" cy="983550"/>
            </a:xfrm>
            <a:custGeom>
              <a:avLst/>
              <a:gdLst>
                <a:gd name="T0" fmla="*/ 0 w 464"/>
                <a:gd name="T1" fmla="*/ 403 h 403"/>
                <a:gd name="T2" fmla="*/ 232 w 464"/>
                <a:gd name="T3" fmla="*/ 0 h 403"/>
                <a:gd name="T4" fmla="*/ 464 w 464"/>
                <a:gd name="T5" fmla="*/ 403 h 403"/>
                <a:gd name="T6" fmla="*/ 0 w 464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0" y="403"/>
                  </a:moveTo>
                  <a:lnTo>
                    <a:pt x="232" y="0"/>
                  </a:lnTo>
                  <a:lnTo>
                    <a:pt x="464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0" name="Freeform 68">
              <a:extLst>
                <a:ext uri="{FF2B5EF4-FFF2-40B4-BE49-F238E27FC236}">
                  <a16:creationId xmlns:a16="http://schemas.microsoft.com/office/drawing/2014/main" id="{E245974F-53AC-8C28-1DCA-C00B4F3A8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2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1" name="Freeform 69">
              <a:extLst>
                <a:ext uri="{FF2B5EF4-FFF2-40B4-BE49-F238E27FC236}">
                  <a16:creationId xmlns:a16="http://schemas.microsoft.com/office/drawing/2014/main" id="{C0C4F4A8-642A-F1F2-DE42-457B2A37D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1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1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2" name="Freeform 70">
              <a:extLst>
                <a:ext uri="{FF2B5EF4-FFF2-40B4-BE49-F238E27FC236}">
                  <a16:creationId xmlns:a16="http://schemas.microsoft.com/office/drawing/2014/main" id="{FD7FCC15-2541-F57D-6B44-F75B645E0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3" name="Freeform 71">
              <a:extLst>
                <a:ext uri="{FF2B5EF4-FFF2-40B4-BE49-F238E27FC236}">
                  <a16:creationId xmlns:a16="http://schemas.microsoft.com/office/drawing/2014/main" id="{22DF34A3-3460-7D79-F454-99AE407CC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2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2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4" name="Freeform 74">
              <a:extLst>
                <a:ext uri="{FF2B5EF4-FFF2-40B4-BE49-F238E27FC236}">
                  <a16:creationId xmlns:a16="http://schemas.microsoft.com/office/drawing/2014/main" id="{2BC19D78-03C3-B6E8-DDFA-9C90A78295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5" name="Freeform 75">
              <a:extLst>
                <a:ext uri="{FF2B5EF4-FFF2-40B4-BE49-F238E27FC236}">
                  <a16:creationId xmlns:a16="http://schemas.microsoft.com/office/drawing/2014/main" id="{AAD6AA75-411A-9639-993C-E921CFFCEF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4900662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6" name="Freeform 76">
              <a:extLst>
                <a:ext uri="{FF2B5EF4-FFF2-40B4-BE49-F238E27FC236}">
                  <a16:creationId xmlns:a16="http://schemas.microsoft.com/office/drawing/2014/main" id="{B3A82FF2-C5A3-3EAF-B53E-59BA0D034B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7" name="Freeform 77">
              <a:extLst>
                <a:ext uri="{FF2B5EF4-FFF2-40B4-BE49-F238E27FC236}">
                  <a16:creationId xmlns:a16="http://schemas.microsoft.com/office/drawing/2014/main" id="{B03F38BD-03D0-EA7A-0859-88353EEFA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8" name="Freeform 78">
              <a:extLst>
                <a:ext uri="{FF2B5EF4-FFF2-40B4-BE49-F238E27FC236}">
                  <a16:creationId xmlns:a16="http://schemas.microsoft.com/office/drawing/2014/main" id="{A2355300-43BA-F84B-7C7B-6242C6FF6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3466" y="390607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9" name="Freeform 79">
              <a:extLst>
                <a:ext uri="{FF2B5EF4-FFF2-40B4-BE49-F238E27FC236}">
                  <a16:creationId xmlns:a16="http://schemas.microsoft.com/office/drawing/2014/main" id="{68C79E56-BD12-A706-3620-087D1BD6C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0" name="Freeform 80">
              <a:extLst>
                <a:ext uri="{FF2B5EF4-FFF2-40B4-BE49-F238E27FC236}">
                  <a16:creationId xmlns:a16="http://schemas.microsoft.com/office/drawing/2014/main" id="{0A11E534-95C3-1AF3-902F-21FFAC045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1" name="Freeform 81">
              <a:extLst>
                <a:ext uri="{FF2B5EF4-FFF2-40B4-BE49-F238E27FC236}">
                  <a16:creationId xmlns:a16="http://schemas.microsoft.com/office/drawing/2014/main" id="{0BEF8843-76D8-B90B-69F5-58F6EB1A1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2" name="Freeform 84">
              <a:extLst>
                <a:ext uri="{FF2B5EF4-FFF2-40B4-BE49-F238E27FC236}">
                  <a16:creationId xmlns:a16="http://schemas.microsoft.com/office/drawing/2014/main" id="{014807CE-5158-3B2B-C647-13F02B0F98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3" name="Freeform 85">
              <a:extLst>
                <a:ext uri="{FF2B5EF4-FFF2-40B4-BE49-F238E27FC236}">
                  <a16:creationId xmlns:a16="http://schemas.microsoft.com/office/drawing/2014/main" id="{82A3B6E2-6C0E-7D3C-70C4-69B4721055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4" name="Freeform 86">
              <a:extLst>
                <a:ext uri="{FF2B5EF4-FFF2-40B4-BE49-F238E27FC236}">
                  <a16:creationId xmlns:a16="http://schemas.microsoft.com/office/drawing/2014/main" id="{50AD67E6-8C43-82CB-0AA0-30FF845A3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5" name="Freeform 87">
              <a:extLst>
                <a:ext uri="{FF2B5EF4-FFF2-40B4-BE49-F238E27FC236}">
                  <a16:creationId xmlns:a16="http://schemas.microsoft.com/office/drawing/2014/main" id="{5C43D49F-D910-DC44-EA20-52CB5E90A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5879331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6" name="Freeform 88">
              <a:extLst>
                <a:ext uri="{FF2B5EF4-FFF2-40B4-BE49-F238E27FC236}">
                  <a16:creationId xmlns:a16="http://schemas.microsoft.com/office/drawing/2014/main" id="{9A975F12-7C87-955A-3254-4DCB53DBC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7" name="Freeform 89">
              <a:extLst>
                <a:ext uri="{FF2B5EF4-FFF2-40B4-BE49-F238E27FC236}">
                  <a16:creationId xmlns:a16="http://schemas.microsoft.com/office/drawing/2014/main" id="{2F1AD6D0-6369-519B-D341-B4C874E13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8" name="Freeform 90">
              <a:extLst>
                <a:ext uri="{FF2B5EF4-FFF2-40B4-BE49-F238E27FC236}">
                  <a16:creationId xmlns:a16="http://schemas.microsoft.com/office/drawing/2014/main" id="{437E7E1D-7EC8-4C6E-91F8-8E5DCE508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9" name="Freeform 91">
              <a:extLst>
                <a:ext uri="{FF2B5EF4-FFF2-40B4-BE49-F238E27FC236}">
                  <a16:creationId xmlns:a16="http://schemas.microsoft.com/office/drawing/2014/main" id="{6B7D7A2A-C7EB-F32D-15E5-4266DE9A19E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</p:grpSp>
    </p:spTree>
    <p:extLst>
      <p:ext uri="{BB962C8B-B14F-4D97-AF65-F5344CB8AC3E}">
        <p14:creationId xmlns:p14="http://schemas.microsoft.com/office/powerpoint/2010/main" val="3667289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33CD3-7FDB-5ACF-10AF-FF004FAD3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008E8D-1894-DCED-AC6D-37DFB3C7B6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53553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A2BD6-E79F-C6B9-73EE-39F9EF581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428534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1C37427-1301-FBB7-F943-E8DE75B1BD84}"/>
              </a:ext>
            </a:extLst>
          </p:cNvPr>
          <p:cNvGrpSpPr/>
          <p:nvPr userDrawn="1"/>
        </p:nvGrpSpPr>
        <p:grpSpPr>
          <a:xfrm>
            <a:off x="8868228" y="4885517"/>
            <a:ext cx="6210663" cy="6849283"/>
            <a:chOff x="4843448" y="0"/>
            <a:chExt cx="6218568" cy="6858000"/>
          </a:xfrm>
        </p:grpSpPr>
        <p:sp>
          <p:nvSpPr>
            <p:cNvPr id="9" name="Freeform 27">
              <a:extLst>
                <a:ext uri="{FF2B5EF4-FFF2-40B4-BE49-F238E27FC236}">
                  <a16:creationId xmlns:a16="http://schemas.microsoft.com/office/drawing/2014/main" id="{2BDA920A-3D84-5681-13E3-48850E8EBF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00914EA5-5EAE-4794-C792-9A4CD71F63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F3A3EC2A-01F0-2DDE-65F3-4343F3B55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7030A0">
                <a:alpha val="1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076638A1-7542-6432-D2FA-07C654352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0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" name="Freeform 31">
              <a:extLst>
                <a:ext uri="{FF2B5EF4-FFF2-40B4-BE49-F238E27FC236}">
                  <a16:creationId xmlns:a16="http://schemas.microsoft.com/office/drawing/2014/main" id="{4BD777B7-FACF-0285-4433-3597AE27D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" name="Freeform 32">
              <a:extLst>
                <a:ext uri="{FF2B5EF4-FFF2-40B4-BE49-F238E27FC236}">
                  <a16:creationId xmlns:a16="http://schemas.microsoft.com/office/drawing/2014/main" id="{1BF1E971-4BFB-DCD1-3EC3-1769A0A69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" name="Freeform 33">
              <a:extLst>
                <a:ext uri="{FF2B5EF4-FFF2-40B4-BE49-F238E27FC236}">
                  <a16:creationId xmlns:a16="http://schemas.microsoft.com/office/drawing/2014/main" id="{DB6CEB88-AAF6-F5B7-AEB8-EBFE9C15E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D8048766-326E-F66C-4CC9-2A904129CA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AA262AA3-4BCA-52BE-C448-C1FD666C6D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98110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8" name="Freeform 38">
              <a:extLst>
                <a:ext uri="{FF2B5EF4-FFF2-40B4-BE49-F238E27FC236}">
                  <a16:creationId xmlns:a16="http://schemas.microsoft.com/office/drawing/2014/main" id="{CBB9C1CA-8093-9ECE-6598-2080DCF3A0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9" name="Freeform 39">
              <a:extLst>
                <a:ext uri="{FF2B5EF4-FFF2-40B4-BE49-F238E27FC236}">
                  <a16:creationId xmlns:a16="http://schemas.microsoft.com/office/drawing/2014/main" id="{450BA48B-7E21-5A7A-1B64-CE6A50659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981109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accent6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0" name="Freeform 40">
              <a:extLst>
                <a:ext uri="{FF2B5EF4-FFF2-40B4-BE49-F238E27FC236}">
                  <a16:creationId xmlns:a16="http://schemas.microsoft.com/office/drawing/2014/main" id="{AD4788D6-CC87-0C4B-1B62-FC2808075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1" name="Freeform 41">
              <a:extLst>
                <a:ext uri="{FF2B5EF4-FFF2-40B4-BE49-F238E27FC236}">
                  <a16:creationId xmlns:a16="http://schemas.microsoft.com/office/drawing/2014/main" id="{58E1CC58-D20D-9BFA-88E6-FA7F5CDD3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2" name="Freeform 42">
              <a:extLst>
                <a:ext uri="{FF2B5EF4-FFF2-40B4-BE49-F238E27FC236}">
                  <a16:creationId xmlns:a16="http://schemas.microsoft.com/office/drawing/2014/main" id="{2E1845C3-96B1-1FAE-6A5A-3A4A5818C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97866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3" name="Freeform 43">
              <a:extLst>
                <a:ext uri="{FF2B5EF4-FFF2-40B4-BE49-F238E27FC236}">
                  <a16:creationId xmlns:a16="http://schemas.microsoft.com/office/drawing/2014/main" id="{6501BCCE-ECD7-5298-3AC6-05A9DBD73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4" name="Freeform 44">
              <a:extLst>
                <a:ext uri="{FF2B5EF4-FFF2-40B4-BE49-F238E27FC236}">
                  <a16:creationId xmlns:a16="http://schemas.microsoft.com/office/drawing/2014/main" id="{A08E93B7-D981-1EF4-4098-73144506F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5" name="Freeform 46">
              <a:extLst>
                <a:ext uri="{FF2B5EF4-FFF2-40B4-BE49-F238E27FC236}">
                  <a16:creationId xmlns:a16="http://schemas.microsoft.com/office/drawing/2014/main" id="{8C532A02-6A3F-9BFD-6FA5-D14474AEF0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6" name="Freeform 47">
              <a:extLst>
                <a:ext uri="{FF2B5EF4-FFF2-40B4-BE49-F238E27FC236}">
                  <a16:creationId xmlns:a16="http://schemas.microsoft.com/office/drawing/2014/main" id="{7EAC1DAD-9AD8-D4F7-9221-7D2D093E83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7" name="Freeform 48">
              <a:extLst>
                <a:ext uri="{FF2B5EF4-FFF2-40B4-BE49-F238E27FC236}">
                  <a16:creationId xmlns:a16="http://schemas.microsoft.com/office/drawing/2014/main" id="{BACD6066-A810-6E0E-CB0C-03C0677A1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8" name="Freeform 49">
              <a:extLst>
                <a:ext uri="{FF2B5EF4-FFF2-40B4-BE49-F238E27FC236}">
                  <a16:creationId xmlns:a16="http://schemas.microsoft.com/office/drawing/2014/main" id="{B6BE2AE2-E743-27D0-1CA2-09DDA11A6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1957336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9" name="Freeform 50">
              <a:extLst>
                <a:ext uri="{FF2B5EF4-FFF2-40B4-BE49-F238E27FC236}">
                  <a16:creationId xmlns:a16="http://schemas.microsoft.com/office/drawing/2014/main" id="{16FE34E1-AD9C-2BA5-537F-DDF4D292F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0" name="Freeform 51">
              <a:extLst>
                <a:ext uri="{FF2B5EF4-FFF2-40B4-BE49-F238E27FC236}">
                  <a16:creationId xmlns:a16="http://schemas.microsoft.com/office/drawing/2014/main" id="{86961436-8E4D-CF72-FEC9-3BCCF9FD2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506" y="996324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1" name="Freeform 52">
              <a:extLst>
                <a:ext uri="{FF2B5EF4-FFF2-40B4-BE49-F238E27FC236}">
                  <a16:creationId xmlns:a16="http://schemas.microsoft.com/office/drawing/2014/main" id="{D2ECE193-FAFD-E51C-FFC5-5E9C6F811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2" name="Freeform 53">
              <a:extLst>
                <a:ext uri="{FF2B5EF4-FFF2-40B4-BE49-F238E27FC236}">
                  <a16:creationId xmlns:a16="http://schemas.microsoft.com/office/drawing/2014/main" id="{18A349EC-ABDF-B9CE-06E5-7467E4366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3" name="Freeform 56">
              <a:extLst>
                <a:ext uri="{FF2B5EF4-FFF2-40B4-BE49-F238E27FC236}">
                  <a16:creationId xmlns:a16="http://schemas.microsoft.com/office/drawing/2014/main" id="{1F7876C8-A128-29BA-BFEF-0C1BF0F68A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4" name="Freeform 57">
              <a:extLst>
                <a:ext uri="{FF2B5EF4-FFF2-40B4-BE49-F238E27FC236}">
                  <a16:creationId xmlns:a16="http://schemas.microsoft.com/office/drawing/2014/main" id="{A9BE2B87-9534-DBCC-D5AD-606025DFF4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5" name="Freeform 58">
              <a:extLst>
                <a:ext uri="{FF2B5EF4-FFF2-40B4-BE49-F238E27FC236}">
                  <a16:creationId xmlns:a16="http://schemas.microsoft.com/office/drawing/2014/main" id="{01BD1703-0CD3-8F12-B8C3-D5197EBCDD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2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6" name="Freeform 59">
              <a:extLst>
                <a:ext uri="{FF2B5EF4-FFF2-40B4-BE49-F238E27FC236}">
                  <a16:creationId xmlns:a16="http://schemas.microsoft.com/office/drawing/2014/main" id="{C0269C2E-853B-C47E-4415-309C4AC3A4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7" name="Freeform 60">
              <a:extLst>
                <a:ext uri="{FF2B5EF4-FFF2-40B4-BE49-F238E27FC236}">
                  <a16:creationId xmlns:a16="http://schemas.microsoft.com/office/drawing/2014/main" id="{EDA0A11E-EBF2-AEBE-96F2-5FC57A215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2936005"/>
              <a:ext cx="1132424" cy="981109"/>
            </a:xfrm>
            <a:custGeom>
              <a:avLst/>
              <a:gdLst>
                <a:gd name="T0" fmla="*/ 464 w 464"/>
                <a:gd name="T1" fmla="*/ 0 h 402"/>
                <a:gd name="T2" fmla="*/ 232 w 464"/>
                <a:gd name="T3" fmla="*/ 402 h 402"/>
                <a:gd name="T4" fmla="*/ 0 w 464"/>
                <a:gd name="T5" fmla="*/ 0 h 402"/>
                <a:gd name="T6" fmla="*/ 464 w 464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464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8" name="Freeform 61">
              <a:extLst>
                <a:ext uri="{FF2B5EF4-FFF2-40B4-BE49-F238E27FC236}">
                  <a16:creationId xmlns:a16="http://schemas.microsoft.com/office/drawing/2014/main" id="{F8B9953D-FB68-432E-1A52-A9597FEA5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9" name="Freeform 62">
              <a:extLst>
                <a:ext uri="{FF2B5EF4-FFF2-40B4-BE49-F238E27FC236}">
                  <a16:creationId xmlns:a16="http://schemas.microsoft.com/office/drawing/2014/main" id="{42572EEB-FDDE-FAC0-20AD-ADDCFE523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0" name="Freeform 63">
              <a:extLst>
                <a:ext uri="{FF2B5EF4-FFF2-40B4-BE49-F238E27FC236}">
                  <a16:creationId xmlns:a16="http://schemas.microsoft.com/office/drawing/2014/main" id="{2649AF86-057C-3B5D-E7D0-B6B30908C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1" name="Freeform 65">
              <a:extLst>
                <a:ext uri="{FF2B5EF4-FFF2-40B4-BE49-F238E27FC236}">
                  <a16:creationId xmlns:a16="http://schemas.microsoft.com/office/drawing/2014/main" id="{6F1D8483-190C-3689-4444-388CE3A4DD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2" name="Freeform 66">
              <a:extLst>
                <a:ext uri="{FF2B5EF4-FFF2-40B4-BE49-F238E27FC236}">
                  <a16:creationId xmlns:a16="http://schemas.microsoft.com/office/drawing/2014/main" id="{0EED4CAE-763B-B162-EE79-DD79A3EB3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1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1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3" name="Freeform 67">
              <a:extLst>
                <a:ext uri="{FF2B5EF4-FFF2-40B4-BE49-F238E27FC236}">
                  <a16:creationId xmlns:a16="http://schemas.microsoft.com/office/drawing/2014/main" id="{3FB05F86-F336-094E-D289-0833EAFE0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3917114"/>
              <a:ext cx="1132424" cy="983550"/>
            </a:xfrm>
            <a:custGeom>
              <a:avLst/>
              <a:gdLst>
                <a:gd name="T0" fmla="*/ 0 w 464"/>
                <a:gd name="T1" fmla="*/ 403 h 403"/>
                <a:gd name="T2" fmla="*/ 232 w 464"/>
                <a:gd name="T3" fmla="*/ 0 h 403"/>
                <a:gd name="T4" fmla="*/ 464 w 464"/>
                <a:gd name="T5" fmla="*/ 403 h 403"/>
                <a:gd name="T6" fmla="*/ 0 w 464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0" y="403"/>
                  </a:moveTo>
                  <a:lnTo>
                    <a:pt x="232" y="0"/>
                  </a:lnTo>
                  <a:lnTo>
                    <a:pt x="464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4" name="Freeform 68">
              <a:extLst>
                <a:ext uri="{FF2B5EF4-FFF2-40B4-BE49-F238E27FC236}">
                  <a16:creationId xmlns:a16="http://schemas.microsoft.com/office/drawing/2014/main" id="{35BFA50E-E712-B0C7-8C1A-18830546B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2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5" name="Freeform 69">
              <a:extLst>
                <a:ext uri="{FF2B5EF4-FFF2-40B4-BE49-F238E27FC236}">
                  <a16:creationId xmlns:a16="http://schemas.microsoft.com/office/drawing/2014/main" id="{F0FFE817-FB72-AF9A-6EAE-E0B725E85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1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1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6" name="Freeform 70">
              <a:extLst>
                <a:ext uri="{FF2B5EF4-FFF2-40B4-BE49-F238E27FC236}">
                  <a16:creationId xmlns:a16="http://schemas.microsoft.com/office/drawing/2014/main" id="{2691A773-6089-9EE1-D5DF-2365FEF1B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7" name="Freeform 71">
              <a:extLst>
                <a:ext uri="{FF2B5EF4-FFF2-40B4-BE49-F238E27FC236}">
                  <a16:creationId xmlns:a16="http://schemas.microsoft.com/office/drawing/2014/main" id="{5C4BF97C-8FFB-809B-715C-EAE62ACCC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2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2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8" name="Freeform 74">
              <a:extLst>
                <a:ext uri="{FF2B5EF4-FFF2-40B4-BE49-F238E27FC236}">
                  <a16:creationId xmlns:a16="http://schemas.microsoft.com/office/drawing/2014/main" id="{3BA18F09-E61F-3AB1-7CF0-36A2B74EE9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9" name="Freeform 75">
              <a:extLst>
                <a:ext uri="{FF2B5EF4-FFF2-40B4-BE49-F238E27FC236}">
                  <a16:creationId xmlns:a16="http://schemas.microsoft.com/office/drawing/2014/main" id="{A49E9CC3-81F3-957D-AC85-FEA4EDB70D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4900662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0" name="Freeform 76">
              <a:extLst>
                <a:ext uri="{FF2B5EF4-FFF2-40B4-BE49-F238E27FC236}">
                  <a16:creationId xmlns:a16="http://schemas.microsoft.com/office/drawing/2014/main" id="{DAA6BC96-1866-AB11-A9C3-5C2EE44026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1" name="Freeform 77">
              <a:extLst>
                <a:ext uri="{FF2B5EF4-FFF2-40B4-BE49-F238E27FC236}">
                  <a16:creationId xmlns:a16="http://schemas.microsoft.com/office/drawing/2014/main" id="{C4E519CC-8093-4E0F-38D4-64909F3E74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2" name="Freeform 78">
              <a:extLst>
                <a:ext uri="{FF2B5EF4-FFF2-40B4-BE49-F238E27FC236}">
                  <a16:creationId xmlns:a16="http://schemas.microsoft.com/office/drawing/2014/main" id="{6609988A-825C-EF3F-2139-081277EB6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3" name="Freeform 79">
              <a:extLst>
                <a:ext uri="{FF2B5EF4-FFF2-40B4-BE49-F238E27FC236}">
                  <a16:creationId xmlns:a16="http://schemas.microsoft.com/office/drawing/2014/main" id="{9EB18E5F-64C4-2BC9-7D57-E4D1B0C4E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4" name="Freeform 80">
              <a:extLst>
                <a:ext uri="{FF2B5EF4-FFF2-40B4-BE49-F238E27FC236}">
                  <a16:creationId xmlns:a16="http://schemas.microsoft.com/office/drawing/2014/main" id="{6EB07956-5659-593E-09E3-CE8641248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5" name="Freeform 81">
              <a:extLst>
                <a:ext uri="{FF2B5EF4-FFF2-40B4-BE49-F238E27FC236}">
                  <a16:creationId xmlns:a16="http://schemas.microsoft.com/office/drawing/2014/main" id="{DD2E1C3D-7BAB-61A5-4AD3-F46902556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6" name="Freeform 84">
              <a:extLst>
                <a:ext uri="{FF2B5EF4-FFF2-40B4-BE49-F238E27FC236}">
                  <a16:creationId xmlns:a16="http://schemas.microsoft.com/office/drawing/2014/main" id="{E3E05CA8-7E4A-6E2F-DCF4-9DA290403B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7" name="Freeform 85">
              <a:extLst>
                <a:ext uri="{FF2B5EF4-FFF2-40B4-BE49-F238E27FC236}">
                  <a16:creationId xmlns:a16="http://schemas.microsoft.com/office/drawing/2014/main" id="{791C26A7-8B7B-A05C-D880-74E16D4523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8" name="Freeform 86">
              <a:extLst>
                <a:ext uri="{FF2B5EF4-FFF2-40B4-BE49-F238E27FC236}">
                  <a16:creationId xmlns:a16="http://schemas.microsoft.com/office/drawing/2014/main" id="{D8546154-268D-1F1D-8B9D-FDCF779D0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9" name="Freeform 87">
              <a:extLst>
                <a:ext uri="{FF2B5EF4-FFF2-40B4-BE49-F238E27FC236}">
                  <a16:creationId xmlns:a16="http://schemas.microsoft.com/office/drawing/2014/main" id="{8242C444-A908-4E62-A622-076A3AB44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5879331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0" name="Freeform 88">
              <a:extLst>
                <a:ext uri="{FF2B5EF4-FFF2-40B4-BE49-F238E27FC236}">
                  <a16:creationId xmlns:a16="http://schemas.microsoft.com/office/drawing/2014/main" id="{78A64F0E-5245-E4AB-2E3A-B0BC5E37E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1" name="Freeform 89">
              <a:extLst>
                <a:ext uri="{FF2B5EF4-FFF2-40B4-BE49-F238E27FC236}">
                  <a16:creationId xmlns:a16="http://schemas.microsoft.com/office/drawing/2014/main" id="{7E676ADA-7CFF-5DC3-7793-838D14FCC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2" name="Freeform 90">
              <a:extLst>
                <a:ext uri="{FF2B5EF4-FFF2-40B4-BE49-F238E27FC236}">
                  <a16:creationId xmlns:a16="http://schemas.microsoft.com/office/drawing/2014/main" id="{97803A5B-E0AA-4F33-2F8D-86F53EA56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3" name="Freeform 91">
              <a:extLst>
                <a:ext uri="{FF2B5EF4-FFF2-40B4-BE49-F238E27FC236}">
                  <a16:creationId xmlns:a16="http://schemas.microsoft.com/office/drawing/2014/main" id="{65974378-A0C6-0279-7E10-F697036F1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3BBFC92-E139-623A-9E6C-B4C64B1429FD}"/>
              </a:ext>
            </a:extLst>
          </p:cNvPr>
          <p:cNvGrpSpPr/>
          <p:nvPr userDrawn="1"/>
        </p:nvGrpSpPr>
        <p:grpSpPr>
          <a:xfrm>
            <a:off x="-2267132" y="-2916741"/>
            <a:ext cx="6210663" cy="6849283"/>
            <a:chOff x="4843448" y="0"/>
            <a:chExt cx="6218568" cy="6858000"/>
          </a:xfrm>
        </p:grpSpPr>
        <p:sp>
          <p:nvSpPr>
            <p:cNvPr id="65" name="Freeform 27">
              <a:extLst>
                <a:ext uri="{FF2B5EF4-FFF2-40B4-BE49-F238E27FC236}">
                  <a16:creationId xmlns:a16="http://schemas.microsoft.com/office/drawing/2014/main" id="{72098284-2F17-6B21-3468-2738CE3F07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6" name="Freeform 28">
              <a:extLst>
                <a:ext uri="{FF2B5EF4-FFF2-40B4-BE49-F238E27FC236}">
                  <a16:creationId xmlns:a16="http://schemas.microsoft.com/office/drawing/2014/main" id="{35D3B8DD-9435-BEBD-9718-13092B4BF3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7" name="Freeform 29">
              <a:extLst>
                <a:ext uri="{FF2B5EF4-FFF2-40B4-BE49-F238E27FC236}">
                  <a16:creationId xmlns:a16="http://schemas.microsoft.com/office/drawing/2014/main" id="{44473E72-44C2-5308-048A-1F157BF3A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8" name="Freeform 30">
              <a:extLst>
                <a:ext uri="{FF2B5EF4-FFF2-40B4-BE49-F238E27FC236}">
                  <a16:creationId xmlns:a16="http://schemas.microsoft.com/office/drawing/2014/main" id="{9F7BFE88-8487-79AF-3855-89BAC4D08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0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9" name="Freeform 31">
              <a:extLst>
                <a:ext uri="{FF2B5EF4-FFF2-40B4-BE49-F238E27FC236}">
                  <a16:creationId xmlns:a16="http://schemas.microsoft.com/office/drawing/2014/main" id="{5BAB5C04-2184-BACB-91F9-485F8127B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0" name="Freeform 32">
              <a:extLst>
                <a:ext uri="{FF2B5EF4-FFF2-40B4-BE49-F238E27FC236}">
                  <a16:creationId xmlns:a16="http://schemas.microsoft.com/office/drawing/2014/main" id="{B6EEC801-068E-253D-B302-5A7E7863D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1" name="Freeform 33">
              <a:extLst>
                <a:ext uri="{FF2B5EF4-FFF2-40B4-BE49-F238E27FC236}">
                  <a16:creationId xmlns:a16="http://schemas.microsoft.com/office/drawing/2014/main" id="{211B0D25-A852-227A-AB37-E26651FD9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2" name="Freeform 36">
              <a:extLst>
                <a:ext uri="{FF2B5EF4-FFF2-40B4-BE49-F238E27FC236}">
                  <a16:creationId xmlns:a16="http://schemas.microsoft.com/office/drawing/2014/main" id="{5ED2F373-9D46-889E-147F-CA274E68B0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3" name="Freeform 37">
              <a:extLst>
                <a:ext uri="{FF2B5EF4-FFF2-40B4-BE49-F238E27FC236}">
                  <a16:creationId xmlns:a16="http://schemas.microsoft.com/office/drawing/2014/main" id="{9AFFE3BF-3994-D342-7C10-BC483304D9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98110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4" name="Freeform 38">
              <a:extLst>
                <a:ext uri="{FF2B5EF4-FFF2-40B4-BE49-F238E27FC236}">
                  <a16:creationId xmlns:a16="http://schemas.microsoft.com/office/drawing/2014/main" id="{1CC0E68D-C785-F06A-1695-136BEBF61E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5" name="Freeform 39">
              <a:extLst>
                <a:ext uri="{FF2B5EF4-FFF2-40B4-BE49-F238E27FC236}">
                  <a16:creationId xmlns:a16="http://schemas.microsoft.com/office/drawing/2014/main" id="{6886D646-9D3C-ABBD-37F0-3416EFA72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981109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6" name="Freeform 40">
              <a:extLst>
                <a:ext uri="{FF2B5EF4-FFF2-40B4-BE49-F238E27FC236}">
                  <a16:creationId xmlns:a16="http://schemas.microsoft.com/office/drawing/2014/main" id="{CEC7E915-47F3-655E-6D00-2329231A4F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7" name="Freeform 41">
              <a:extLst>
                <a:ext uri="{FF2B5EF4-FFF2-40B4-BE49-F238E27FC236}">
                  <a16:creationId xmlns:a16="http://schemas.microsoft.com/office/drawing/2014/main" id="{8DC8781B-39CB-FCFB-5378-67F0C8CC0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8" name="Freeform 42">
              <a:extLst>
                <a:ext uri="{FF2B5EF4-FFF2-40B4-BE49-F238E27FC236}">
                  <a16:creationId xmlns:a16="http://schemas.microsoft.com/office/drawing/2014/main" id="{07A0343A-4DE3-D14F-56DF-24784F5AD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97866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9" name="Freeform 43">
              <a:extLst>
                <a:ext uri="{FF2B5EF4-FFF2-40B4-BE49-F238E27FC236}">
                  <a16:creationId xmlns:a16="http://schemas.microsoft.com/office/drawing/2014/main" id="{9EDB7418-9802-DDA3-2258-9013F4AA2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0" name="Freeform 44">
              <a:extLst>
                <a:ext uri="{FF2B5EF4-FFF2-40B4-BE49-F238E27FC236}">
                  <a16:creationId xmlns:a16="http://schemas.microsoft.com/office/drawing/2014/main" id="{94139E47-14BA-71EC-9307-94BE07950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1" name="Freeform 46">
              <a:extLst>
                <a:ext uri="{FF2B5EF4-FFF2-40B4-BE49-F238E27FC236}">
                  <a16:creationId xmlns:a16="http://schemas.microsoft.com/office/drawing/2014/main" id="{34657427-1351-FF18-3432-70078F3D96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2" name="Freeform 47">
              <a:extLst>
                <a:ext uri="{FF2B5EF4-FFF2-40B4-BE49-F238E27FC236}">
                  <a16:creationId xmlns:a16="http://schemas.microsoft.com/office/drawing/2014/main" id="{59CF721E-00AF-EA97-8E47-06321CBFC8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3" name="Freeform 48">
              <a:extLst>
                <a:ext uri="{FF2B5EF4-FFF2-40B4-BE49-F238E27FC236}">
                  <a16:creationId xmlns:a16="http://schemas.microsoft.com/office/drawing/2014/main" id="{6D8AF06A-F3F7-BA87-0E45-614ED9A27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4" name="Freeform 49">
              <a:extLst>
                <a:ext uri="{FF2B5EF4-FFF2-40B4-BE49-F238E27FC236}">
                  <a16:creationId xmlns:a16="http://schemas.microsoft.com/office/drawing/2014/main" id="{7813343B-1264-2C03-EF10-1410C8884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1957336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5" name="Freeform 50">
              <a:extLst>
                <a:ext uri="{FF2B5EF4-FFF2-40B4-BE49-F238E27FC236}">
                  <a16:creationId xmlns:a16="http://schemas.microsoft.com/office/drawing/2014/main" id="{D05DC272-834D-704A-5585-24B833BEB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6" name="Freeform 51">
              <a:extLst>
                <a:ext uri="{FF2B5EF4-FFF2-40B4-BE49-F238E27FC236}">
                  <a16:creationId xmlns:a16="http://schemas.microsoft.com/office/drawing/2014/main" id="{0A935911-BE1A-631E-12AF-DE328BA5E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7" name="Freeform 52">
              <a:extLst>
                <a:ext uri="{FF2B5EF4-FFF2-40B4-BE49-F238E27FC236}">
                  <a16:creationId xmlns:a16="http://schemas.microsoft.com/office/drawing/2014/main" id="{A3C4BF8D-E312-DF85-5DAD-94A9FD033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8" name="Freeform 53">
              <a:extLst>
                <a:ext uri="{FF2B5EF4-FFF2-40B4-BE49-F238E27FC236}">
                  <a16:creationId xmlns:a16="http://schemas.microsoft.com/office/drawing/2014/main" id="{71AC4665-D8D0-12F3-4B77-498690D1C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9" name="Freeform 56">
              <a:extLst>
                <a:ext uri="{FF2B5EF4-FFF2-40B4-BE49-F238E27FC236}">
                  <a16:creationId xmlns:a16="http://schemas.microsoft.com/office/drawing/2014/main" id="{77BFE6CD-4D27-F0BF-6E25-77460050BF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0" name="Freeform 57">
              <a:extLst>
                <a:ext uri="{FF2B5EF4-FFF2-40B4-BE49-F238E27FC236}">
                  <a16:creationId xmlns:a16="http://schemas.microsoft.com/office/drawing/2014/main" id="{D5F4C9E3-FF10-EB32-B1B1-F6570B478C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1" name="Freeform 58">
              <a:extLst>
                <a:ext uri="{FF2B5EF4-FFF2-40B4-BE49-F238E27FC236}">
                  <a16:creationId xmlns:a16="http://schemas.microsoft.com/office/drawing/2014/main" id="{E3A56FEC-D885-3A6D-4F92-3AB4500598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2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2" name="Freeform 59">
              <a:extLst>
                <a:ext uri="{FF2B5EF4-FFF2-40B4-BE49-F238E27FC236}">
                  <a16:creationId xmlns:a16="http://schemas.microsoft.com/office/drawing/2014/main" id="{69DAF1AB-9F2E-6103-0FBC-D693FC41A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3" name="Freeform 60">
              <a:extLst>
                <a:ext uri="{FF2B5EF4-FFF2-40B4-BE49-F238E27FC236}">
                  <a16:creationId xmlns:a16="http://schemas.microsoft.com/office/drawing/2014/main" id="{2508791F-46CD-B7EA-1144-33AD25F0A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2936005"/>
              <a:ext cx="1132424" cy="981109"/>
            </a:xfrm>
            <a:custGeom>
              <a:avLst/>
              <a:gdLst>
                <a:gd name="T0" fmla="*/ 464 w 464"/>
                <a:gd name="T1" fmla="*/ 0 h 402"/>
                <a:gd name="T2" fmla="*/ 232 w 464"/>
                <a:gd name="T3" fmla="*/ 402 h 402"/>
                <a:gd name="T4" fmla="*/ 0 w 464"/>
                <a:gd name="T5" fmla="*/ 0 h 402"/>
                <a:gd name="T6" fmla="*/ 464 w 464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464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accent6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4" name="Freeform 61">
              <a:extLst>
                <a:ext uri="{FF2B5EF4-FFF2-40B4-BE49-F238E27FC236}">
                  <a16:creationId xmlns:a16="http://schemas.microsoft.com/office/drawing/2014/main" id="{DADBF91A-8B05-A45E-23EF-D5BBE456F0E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5" name="Freeform 62">
              <a:extLst>
                <a:ext uri="{FF2B5EF4-FFF2-40B4-BE49-F238E27FC236}">
                  <a16:creationId xmlns:a16="http://schemas.microsoft.com/office/drawing/2014/main" id="{EDF849FF-FACD-D7E5-194F-8EE7513B7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1">
                <a:lumMod val="7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6" name="Freeform 63">
              <a:extLst>
                <a:ext uri="{FF2B5EF4-FFF2-40B4-BE49-F238E27FC236}">
                  <a16:creationId xmlns:a16="http://schemas.microsoft.com/office/drawing/2014/main" id="{B3DE9C1B-91ED-AAB6-574D-5C3E12347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7" name="Freeform 65">
              <a:extLst>
                <a:ext uri="{FF2B5EF4-FFF2-40B4-BE49-F238E27FC236}">
                  <a16:creationId xmlns:a16="http://schemas.microsoft.com/office/drawing/2014/main" id="{6760342C-F8F3-724E-969E-828B1F2BC35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8" name="Freeform 66">
              <a:extLst>
                <a:ext uri="{FF2B5EF4-FFF2-40B4-BE49-F238E27FC236}">
                  <a16:creationId xmlns:a16="http://schemas.microsoft.com/office/drawing/2014/main" id="{93D8ABF5-42D5-A50A-8321-378B0CC17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2263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1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1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9" name="Freeform 67">
              <a:extLst>
                <a:ext uri="{FF2B5EF4-FFF2-40B4-BE49-F238E27FC236}">
                  <a16:creationId xmlns:a16="http://schemas.microsoft.com/office/drawing/2014/main" id="{55294938-874B-26AD-F21F-592D4C6CE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3917114"/>
              <a:ext cx="1132424" cy="983550"/>
            </a:xfrm>
            <a:custGeom>
              <a:avLst/>
              <a:gdLst>
                <a:gd name="T0" fmla="*/ 0 w 464"/>
                <a:gd name="T1" fmla="*/ 403 h 403"/>
                <a:gd name="T2" fmla="*/ 232 w 464"/>
                <a:gd name="T3" fmla="*/ 0 h 403"/>
                <a:gd name="T4" fmla="*/ 464 w 464"/>
                <a:gd name="T5" fmla="*/ 403 h 403"/>
                <a:gd name="T6" fmla="*/ 0 w 464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0" y="403"/>
                  </a:moveTo>
                  <a:lnTo>
                    <a:pt x="232" y="0"/>
                  </a:lnTo>
                  <a:lnTo>
                    <a:pt x="464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0" name="Freeform 68">
              <a:extLst>
                <a:ext uri="{FF2B5EF4-FFF2-40B4-BE49-F238E27FC236}">
                  <a16:creationId xmlns:a16="http://schemas.microsoft.com/office/drawing/2014/main" id="{9EBDF7F0-5C7B-6DE5-73FD-8425EE653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2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1" name="Freeform 69">
              <a:extLst>
                <a:ext uri="{FF2B5EF4-FFF2-40B4-BE49-F238E27FC236}">
                  <a16:creationId xmlns:a16="http://schemas.microsoft.com/office/drawing/2014/main" id="{3A24457B-224A-74A9-9A4D-4537D49AC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1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1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2" name="Freeform 70">
              <a:extLst>
                <a:ext uri="{FF2B5EF4-FFF2-40B4-BE49-F238E27FC236}">
                  <a16:creationId xmlns:a16="http://schemas.microsoft.com/office/drawing/2014/main" id="{C85BD5AB-B99C-1272-9F87-97AFA8ABA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3" name="Freeform 71">
              <a:extLst>
                <a:ext uri="{FF2B5EF4-FFF2-40B4-BE49-F238E27FC236}">
                  <a16:creationId xmlns:a16="http://schemas.microsoft.com/office/drawing/2014/main" id="{906E1C28-386C-9F01-FFBC-FBA7EF7EF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2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2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4" name="Freeform 74">
              <a:extLst>
                <a:ext uri="{FF2B5EF4-FFF2-40B4-BE49-F238E27FC236}">
                  <a16:creationId xmlns:a16="http://schemas.microsoft.com/office/drawing/2014/main" id="{C16F7AF8-CD9C-A11C-75CC-52816CE596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5" name="Freeform 75">
              <a:extLst>
                <a:ext uri="{FF2B5EF4-FFF2-40B4-BE49-F238E27FC236}">
                  <a16:creationId xmlns:a16="http://schemas.microsoft.com/office/drawing/2014/main" id="{BAA9D152-0457-9C9A-EDD3-A7E534BD9A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4900662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6" name="Freeform 76">
              <a:extLst>
                <a:ext uri="{FF2B5EF4-FFF2-40B4-BE49-F238E27FC236}">
                  <a16:creationId xmlns:a16="http://schemas.microsoft.com/office/drawing/2014/main" id="{6F47D802-7D07-987C-0851-E8AC9EDF02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7" name="Freeform 77">
              <a:extLst>
                <a:ext uri="{FF2B5EF4-FFF2-40B4-BE49-F238E27FC236}">
                  <a16:creationId xmlns:a16="http://schemas.microsoft.com/office/drawing/2014/main" id="{8CBBCC0F-FFDA-C02C-64FE-88BDF1394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8" name="Freeform 78">
              <a:extLst>
                <a:ext uri="{FF2B5EF4-FFF2-40B4-BE49-F238E27FC236}">
                  <a16:creationId xmlns:a16="http://schemas.microsoft.com/office/drawing/2014/main" id="{81FE66BD-B890-B60A-3F99-C61BF42CFE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3466" y="390607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9" name="Freeform 79">
              <a:extLst>
                <a:ext uri="{FF2B5EF4-FFF2-40B4-BE49-F238E27FC236}">
                  <a16:creationId xmlns:a16="http://schemas.microsoft.com/office/drawing/2014/main" id="{2B2B5550-8AD5-5CDB-A12C-EF040992F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0" name="Freeform 80">
              <a:extLst>
                <a:ext uri="{FF2B5EF4-FFF2-40B4-BE49-F238E27FC236}">
                  <a16:creationId xmlns:a16="http://schemas.microsoft.com/office/drawing/2014/main" id="{6117C055-FC19-8AD1-27D9-594F5D5C72F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1" name="Freeform 81">
              <a:extLst>
                <a:ext uri="{FF2B5EF4-FFF2-40B4-BE49-F238E27FC236}">
                  <a16:creationId xmlns:a16="http://schemas.microsoft.com/office/drawing/2014/main" id="{261BF49D-A5F9-4511-3999-26BC6DF30D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2" name="Freeform 84">
              <a:extLst>
                <a:ext uri="{FF2B5EF4-FFF2-40B4-BE49-F238E27FC236}">
                  <a16:creationId xmlns:a16="http://schemas.microsoft.com/office/drawing/2014/main" id="{F33BDC37-69BA-95CD-2C0D-413ECB7556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3" name="Freeform 85">
              <a:extLst>
                <a:ext uri="{FF2B5EF4-FFF2-40B4-BE49-F238E27FC236}">
                  <a16:creationId xmlns:a16="http://schemas.microsoft.com/office/drawing/2014/main" id="{D6A97B4C-C0D6-A758-ACCF-197E8C1A42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4" name="Freeform 86">
              <a:extLst>
                <a:ext uri="{FF2B5EF4-FFF2-40B4-BE49-F238E27FC236}">
                  <a16:creationId xmlns:a16="http://schemas.microsoft.com/office/drawing/2014/main" id="{B0984A70-7B43-3A9C-B808-7E4700F39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5" name="Freeform 87">
              <a:extLst>
                <a:ext uri="{FF2B5EF4-FFF2-40B4-BE49-F238E27FC236}">
                  <a16:creationId xmlns:a16="http://schemas.microsoft.com/office/drawing/2014/main" id="{62A5817F-074A-C4FC-4E1A-77AA3DF84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5879331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6" name="Freeform 88">
              <a:extLst>
                <a:ext uri="{FF2B5EF4-FFF2-40B4-BE49-F238E27FC236}">
                  <a16:creationId xmlns:a16="http://schemas.microsoft.com/office/drawing/2014/main" id="{F8C46060-ACFA-67E6-A2AC-C372AC47B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7" name="Freeform 89">
              <a:extLst>
                <a:ext uri="{FF2B5EF4-FFF2-40B4-BE49-F238E27FC236}">
                  <a16:creationId xmlns:a16="http://schemas.microsoft.com/office/drawing/2014/main" id="{B8E3BE52-0F78-0EF6-E2DB-727B8179F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8" name="Freeform 90">
              <a:extLst>
                <a:ext uri="{FF2B5EF4-FFF2-40B4-BE49-F238E27FC236}">
                  <a16:creationId xmlns:a16="http://schemas.microsoft.com/office/drawing/2014/main" id="{0F443303-D636-32DB-A049-0777044604A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9" name="Freeform 91">
              <a:extLst>
                <a:ext uri="{FF2B5EF4-FFF2-40B4-BE49-F238E27FC236}">
                  <a16:creationId xmlns:a16="http://schemas.microsoft.com/office/drawing/2014/main" id="{EFCF1655-56F6-2579-B0C5-2EC5060E7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</p:grpSp>
    </p:spTree>
    <p:extLst>
      <p:ext uri="{BB962C8B-B14F-4D97-AF65-F5344CB8AC3E}">
        <p14:creationId xmlns:p14="http://schemas.microsoft.com/office/powerpoint/2010/main" val="366196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48D4F-29FE-AEC0-8EBA-523103A6D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87F6B-8418-F387-44F6-1B3DF068B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64E6D79-D992-6934-6269-8E16DAFDF233}"/>
              </a:ext>
            </a:extLst>
          </p:cNvPr>
          <p:cNvGrpSpPr/>
          <p:nvPr userDrawn="1"/>
        </p:nvGrpSpPr>
        <p:grpSpPr>
          <a:xfrm>
            <a:off x="8868228" y="4885517"/>
            <a:ext cx="6210663" cy="6849283"/>
            <a:chOff x="4843448" y="0"/>
            <a:chExt cx="6218568" cy="6858000"/>
          </a:xfrm>
        </p:grpSpPr>
        <p:sp>
          <p:nvSpPr>
            <p:cNvPr id="8" name="Freeform 27">
              <a:extLst>
                <a:ext uri="{FF2B5EF4-FFF2-40B4-BE49-F238E27FC236}">
                  <a16:creationId xmlns:a16="http://schemas.microsoft.com/office/drawing/2014/main" id="{0363F74B-DF56-925B-735A-38F04664C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" name="Freeform 28">
              <a:extLst>
                <a:ext uri="{FF2B5EF4-FFF2-40B4-BE49-F238E27FC236}">
                  <a16:creationId xmlns:a16="http://schemas.microsoft.com/office/drawing/2014/main" id="{D86E7BF1-6108-D573-CE6C-B5E1AEDB0A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" name="Freeform 29">
              <a:extLst>
                <a:ext uri="{FF2B5EF4-FFF2-40B4-BE49-F238E27FC236}">
                  <a16:creationId xmlns:a16="http://schemas.microsoft.com/office/drawing/2014/main" id="{5695D89E-A886-2608-3978-199CC20CF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rgbClr val="7030A0">
                <a:alpha val="1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" name="Freeform 30">
              <a:extLst>
                <a:ext uri="{FF2B5EF4-FFF2-40B4-BE49-F238E27FC236}">
                  <a16:creationId xmlns:a16="http://schemas.microsoft.com/office/drawing/2014/main" id="{AB3C6E34-916C-5BC7-CA4F-77D4B5C75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0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2" name="Freeform 31">
              <a:extLst>
                <a:ext uri="{FF2B5EF4-FFF2-40B4-BE49-F238E27FC236}">
                  <a16:creationId xmlns:a16="http://schemas.microsoft.com/office/drawing/2014/main" id="{F3D7CCF8-3D28-1B18-BE67-D08E646DB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3" name="Freeform 32">
              <a:extLst>
                <a:ext uri="{FF2B5EF4-FFF2-40B4-BE49-F238E27FC236}">
                  <a16:creationId xmlns:a16="http://schemas.microsoft.com/office/drawing/2014/main" id="{AD441FCF-3D73-0D22-F534-5DA34A5CD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4" name="Freeform 33">
              <a:extLst>
                <a:ext uri="{FF2B5EF4-FFF2-40B4-BE49-F238E27FC236}">
                  <a16:creationId xmlns:a16="http://schemas.microsoft.com/office/drawing/2014/main" id="{25BA04B1-E968-0CEE-ED72-065B7344E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5" name="Freeform 36">
              <a:extLst>
                <a:ext uri="{FF2B5EF4-FFF2-40B4-BE49-F238E27FC236}">
                  <a16:creationId xmlns:a16="http://schemas.microsoft.com/office/drawing/2014/main" id="{0B27E3EA-D716-6B79-E5C8-11B617006C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6" name="Freeform 37">
              <a:extLst>
                <a:ext uri="{FF2B5EF4-FFF2-40B4-BE49-F238E27FC236}">
                  <a16:creationId xmlns:a16="http://schemas.microsoft.com/office/drawing/2014/main" id="{143B752E-AFDB-2DAD-D694-19ED5A9F5B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98110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7" name="Freeform 38">
              <a:extLst>
                <a:ext uri="{FF2B5EF4-FFF2-40B4-BE49-F238E27FC236}">
                  <a16:creationId xmlns:a16="http://schemas.microsoft.com/office/drawing/2014/main" id="{7886FED2-5638-B58A-394A-F69CA1D7AF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4557DDD9-AC43-FC6E-2001-3AE72CC35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981109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accent6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9" name="Freeform 40">
              <a:extLst>
                <a:ext uri="{FF2B5EF4-FFF2-40B4-BE49-F238E27FC236}">
                  <a16:creationId xmlns:a16="http://schemas.microsoft.com/office/drawing/2014/main" id="{8017F3BA-6B59-F2E1-7990-3FBC4CF1B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0" name="Freeform 41">
              <a:extLst>
                <a:ext uri="{FF2B5EF4-FFF2-40B4-BE49-F238E27FC236}">
                  <a16:creationId xmlns:a16="http://schemas.microsoft.com/office/drawing/2014/main" id="{7382CE68-C01E-8442-4B7E-9587576D5F8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1" name="Freeform 42">
              <a:extLst>
                <a:ext uri="{FF2B5EF4-FFF2-40B4-BE49-F238E27FC236}">
                  <a16:creationId xmlns:a16="http://schemas.microsoft.com/office/drawing/2014/main" id="{8E3FC014-6E14-BE22-74B1-B6B3C485C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97866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2" name="Freeform 43">
              <a:extLst>
                <a:ext uri="{FF2B5EF4-FFF2-40B4-BE49-F238E27FC236}">
                  <a16:creationId xmlns:a16="http://schemas.microsoft.com/office/drawing/2014/main" id="{7AC54ED5-30C7-AD90-66F4-4D2227EC8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3" name="Freeform 44">
              <a:extLst>
                <a:ext uri="{FF2B5EF4-FFF2-40B4-BE49-F238E27FC236}">
                  <a16:creationId xmlns:a16="http://schemas.microsoft.com/office/drawing/2014/main" id="{58C5D680-D247-14BE-6883-747DBCE9B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4" name="Freeform 46">
              <a:extLst>
                <a:ext uri="{FF2B5EF4-FFF2-40B4-BE49-F238E27FC236}">
                  <a16:creationId xmlns:a16="http://schemas.microsoft.com/office/drawing/2014/main" id="{57CB45B2-8947-DE33-CEA3-37C22E3389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5" name="Freeform 47">
              <a:extLst>
                <a:ext uri="{FF2B5EF4-FFF2-40B4-BE49-F238E27FC236}">
                  <a16:creationId xmlns:a16="http://schemas.microsoft.com/office/drawing/2014/main" id="{346802BD-CAF0-0FAA-3837-87242DD157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6" name="Freeform 48">
              <a:extLst>
                <a:ext uri="{FF2B5EF4-FFF2-40B4-BE49-F238E27FC236}">
                  <a16:creationId xmlns:a16="http://schemas.microsoft.com/office/drawing/2014/main" id="{67BE6D4C-B706-797C-D975-4716529A6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7" name="Freeform 49">
              <a:extLst>
                <a:ext uri="{FF2B5EF4-FFF2-40B4-BE49-F238E27FC236}">
                  <a16:creationId xmlns:a16="http://schemas.microsoft.com/office/drawing/2014/main" id="{C8C16EC2-94ED-D138-3B31-403EC8ED9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1957336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8" name="Freeform 50">
              <a:extLst>
                <a:ext uri="{FF2B5EF4-FFF2-40B4-BE49-F238E27FC236}">
                  <a16:creationId xmlns:a16="http://schemas.microsoft.com/office/drawing/2014/main" id="{C634DDC2-28CA-C6B0-9FB0-9DAC639D4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29" name="Freeform 51">
              <a:extLst>
                <a:ext uri="{FF2B5EF4-FFF2-40B4-BE49-F238E27FC236}">
                  <a16:creationId xmlns:a16="http://schemas.microsoft.com/office/drawing/2014/main" id="{106D8C78-361B-4EFC-7AB9-956F73B41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506" y="996324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0" name="Freeform 52">
              <a:extLst>
                <a:ext uri="{FF2B5EF4-FFF2-40B4-BE49-F238E27FC236}">
                  <a16:creationId xmlns:a16="http://schemas.microsoft.com/office/drawing/2014/main" id="{E4F95134-87B8-3E17-AE9A-3E5614C4A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1" name="Freeform 53">
              <a:extLst>
                <a:ext uri="{FF2B5EF4-FFF2-40B4-BE49-F238E27FC236}">
                  <a16:creationId xmlns:a16="http://schemas.microsoft.com/office/drawing/2014/main" id="{C89680B2-FDDF-16AB-C6C7-4442B9F53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2" name="Freeform 56">
              <a:extLst>
                <a:ext uri="{FF2B5EF4-FFF2-40B4-BE49-F238E27FC236}">
                  <a16:creationId xmlns:a16="http://schemas.microsoft.com/office/drawing/2014/main" id="{B620541E-E7A4-1EEA-0366-3F0150820F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3" name="Freeform 57">
              <a:extLst>
                <a:ext uri="{FF2B5EF4-FFF2-40B4-BE49-F238E27FC236}">
                  <a16:creationId xmlns:a16="http://schemas.microsoft.com/office/drawing/2014/main" id="{109C5814-712A-6536-4AB8-D92C27AC25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4" name="Freeform 58">
              <a:extLst>
                <a:ext uri="{FF2B5EF4-FFF2-40B4-BE49-F238E27FC236}">
                  <a16:creationId xmlns:a16="http://schemas.microsoft.com/office/drawing/2014/main" id="{6B2109FC-FFB8-11D9-1CB2-9E1B8FA803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2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5" name="Freeform 59">
              <a:extLst>
                <a:ext uri="{FF2B5EF4-FFF2-40B4-BE49-F238E27FC236}">
                  <a16:creationId xmlns:a16="http://schemas.microsoft.com/office/drawing/2014/main" id="{595A3709-362D-C88E-31F8-22DDF43BC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6" name="Freeform 60">
              <a:extLst>
                <a:ext uri="{FF2B5EF4-FFF2-40B4-BE49-F238E27FC236}">
                  <a16:creationId xmlns:a16="http://schemas.microsoft.com/office/drawing/2014/main" id="{0C9D6F25-AE8D-9759-D330-A2096466A5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2936005"/>
              <a:ext cx="1132424" cy="981109"/>
            </a:xfrm>
            <a:custGeom>
              <a:avLst/>
              <a:gdLst>
                <a:gd name="T0" fmla="*/ 464 w 464"/>
                <a:gd name="T1" fmla="*/ 0 h 402"/>
                <a:gd name="T2" fmla="*/ 232 w 464"/>
                <a:gd name="T3" fmla="*/ 402 h 402"/>
                <a:gd name="T4" fmla="*/ 0 w 464"/>
                <a:gd name="T5" fmla="*/ 0 h 402"/>
                <a:gd name="T6" fmla="*/ 464 w 464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464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7" name="Freeform 61">
              <a:extLst>
                <a:ext uri="{FF2B5EF4-FFF2-40B4-BE49-F238E27FC236}">
                  <a16:creationId xmlns:a16="http://schemas.microsoft.com/office/drawing/2014/main" id="{D9B2CCE8-5B0A-EFD7-B7FD-F15D863C6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8" name="Freeform 62">
              <a:extLst>
                <a:ext uri="{FF2B5EF4-FFF2-40B4-BE49-F238E27FC236}">
                  <a16:creationId xmlns:a16="http://schemas.microsoft.com/office/drawing/2014/main" id="{4715975D-5D81-3E5A-0106-4E768FC18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39" name="Freeform 63">
              <a:extLst>
                <a:ext uri="{FF2B5EF4-FFF2-40B4-BE49-F238E27FC236}">
                  <a16:creationId xmlns:a16="http://schemas.microsoft.com/office/drawing/2014/main" id="{50F01C96-567E-93F2-9400-15DABDB79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0" name="Freeform 65">
              <a:extLst>
                <a:ext uri="{FF2B5EF4-FFF2-40B4-BE49-F238E27FC236}">
                  <a16:creationId xmlns:a16="http://schemas.microsoft.com/office/drawing/2014/main" id="{DBA2C287-0E5B-0F57-FF23-9FD0066FC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1" name="Freeform 66">
              <a:extLst>
                <a:ext uri="{FF2B5EF4-FFF2-40B4-BE49-F238E27FC236}">
                  <a16:creationId xmlns:a16="http://schemas.microsoft.com/office/drawing/2014/main" id="{41CA3A5B-804C-035B-116A-F338E47E3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1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1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2" name="Freeform 67">
              <a:extLst>
                <a:ext uri="{FF2B5EF4-FFF2-40B4-BE49-F238E27FC236}">
                  <a16:creationId xmlns:a16="http://schemas.microsoft.com/office/drawing/2014/main" id="{7AC1E602-9DB5-3E63-7D0F-4DC2F2CDA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3917114"/>
              <a:ext cx="1132424" cy="983550"/>
            </a:xfrm>
            <a:custGeom>
              <a:avLst/>
              <a:gdLst>
                <a:gd name="T0" fmla="*/ 0 w 464"/>
                <a:gd name="T1" fmla="*/ 403 h 403"/>
                <a:gd name="T2" fmla="*/ 232 w 464"/>
                <a:gd name="T3" fmla="*/ 0 h 403"/>
                <a:gd name="T4" fmla="*/ 464 w 464"/>
                <a:gd name="T5" fmla="*/ 403 h 403"/>
                <a:gd name="T6" fmla="*/ 0 w 464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0" y="403"/>
                  </a:moveTo>
                  <a:lnTo>
                    <a:pt x="232" y="0"/>
                  </a:lnTo>
                  <a:lnTo>
                    <a:pt x="464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3" name="Freeform 68">
              <a:extLst>
                <a:ext uri="{FF2B5EF4-FFF2-40B4-BE49-F238E27FC236}">
                  <a16:creationId xmlns:a16="http://schemas.microsoft.com/office/drawing/2014/main" id="{E4346807-7391-ADC8-0094-FCABB8387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2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4" name="Freeform 69">
              <a:extLst>
                <a:ext uri="{FF2B5EF4-FFF2-40B4-BE49-F238E27FC236}">
                  <a16:creationId xmlns:a16="http://schemas.microsoft.com/office/drawing/2014/main" id="{4D1A2F26-60F1-18C2-212E-82CA63BE9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1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1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5" name="Freeform 70">
              <a:extLst>
                <a:ext uri="{FF2B5EF4-FFF2-40B4-BE49-F238E27FC236}">
                  <a16:creationId xmlns:a16="http://schemas.microsoft.com/office/drawing/2014/main" id="{A5377CBF-6815-252E-C984-F1C740A23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6" name="Freeform 71">
              <a:extLst>
                <a:ext uri="{FF2B5EF4-FFF2-40B4-BE49-F238E27FC236}">
                  <a16:creationId xmlns:a16="http://schemas.microsoft.com/office/drawing/2014/main" id="{593D3C8C-E683-D647-6BED-04B0D1A38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2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2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7" name="Freeform 74">
              <a:extLst>
                <a:ext uri="{FF2B5EF4-FFF2-40B4-BE49-F238E27FC236}">
                  <a16:creationId xmlns:a16="http://schemas.microsoft.com/office/drawing/2014/main" id="{6C714EFA-80E5-FCFA-289C-95E0F53ABF4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8" name="Freeform 75">
              <a:extLst>
                <a:ext uri="{FF2B5EF4-FFF2-40B4-BE49-F238E27FC236}">
                  <a16:creationId xmlns:a16="http://schemas.microsoft.com/office/drawing/2014/main" id="{4F5A3DB4-A5DB-4DE8-7B2D-682BD6DB6C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4900662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49" name="Freeform 76">
              <a:extLst>
                <a:ext uri="{FF2B5EF4-FFF2-40B4-BE49-F238E27FC236}">
                  <a16:creationId xmlns:a16="http://schemas.microsoft.com/office/drawing/2014/main" id="{3C64A905-B179-075F-DDE0-775AD44B80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0" name="Freeform 77">
              <a:extLst>
                <a:ext uri="{FF2B5EF4-FFF2-40B4-BE49-F238E27FC236}">
                  <a16:creationId xmlns:a16="http://schemas.microsoft.com/office/drawing/2014/main" id="{6943F81C-DDB9-48A8-CA1C-54DB6E933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1" name="Freeform 78">
              <a:extLst>
                <a:ext uri="{FF2B5EF4-FFF2-40B4-BE49-F238E27FC236}">
                  <a16:creationId xmlns:a16="http://schemas.microsoft.com/office/drawing/2014/main" id="{874EE9CB-A4F7-E83D-701B-51CD8B01E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2" name="Freeform 79">
              <a:extLst>
                <a:ext uri="{FF2B5EF4-FFF2-40B4-BE49-F238E27FC236}">
                  <a16:creationId xmlns:a16="http://schemas.microsoft.com/office/drawing/2014/main" id="{39A011D1-061C-2FEA-7489-85FBDEBEE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3" name="Freeform 80">
              <a:extLst>
                <a:ext uri="{FF2B5EF4-FFF2-40B4-BE49-F238E27FC236}">
                  <a16:creationId xmlns:a16="http://schemas.microsoft.com/office/drawing/2014/main" id="{BC24CCAA-D8E4-3833-640E-00E81073B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4" name="Freeform 81">
              <a:extLst>
                <a:ext uri="{FF2B5EF4-FFF2-40B4-BE49-F238E27FC236}">
                  <a16:creationId xmlns:a16="http://schemas.microsoft.com/office/drawing/2014/main" id="{ACFB9E40-EACC-94FB-58F5-5C912314FBC5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5" name="Freeform 84">
              <a:extLst>
                <a:ext uri="{FF2B5EF4-FFF2-40B4-BE49-F238E27FC236}">
                  <a16:creationId xmlns:a16="http://schemas.microsoft.com/office/drawing/2014/main" id="{919EF90A-5F2E-64E7-E90D-D06FBB14FB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6" name="Freeform 85">
              <a:extLst>
                <a:ext uri="{FF2B5EF4-FFF2-40B4-BE49-F238E27FC236}">
                  <a16:creationId xmlns:a16="http://schemas.microsoft.com/office/drawing/2014/main" id="{CC951F92-4ABA-5FA7-0F62-AB4530DB0F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7" name="Freeform 86">
              <a:extLst>
                <a:ext uri="{FF2B5EF4-FFF2-40B4-BE49-F238E27FC236}">
                  <a16:creationId xmlns:a16="http://schemas.microsoft.com/office/drawing/2014/main" id="{C5F154D1-8E69-4079-AB3F-A94C305015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8" name="Freeform 87">
              <a:extLst>
                <a:ext uri="{FF2B5EF4-FFF2-40B4-BE49-F238E27FC236}">
                  <a16:creationId xmlns:a16="http://schemas.microsoft.com/office/drawing/2014/main" id="{D6AB36D7-E36F-B06D-FBE1-9475F0090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5879331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59" name="Freeform 88">
              <a:extLst>
                <a:ext uri="{FF2B5EF4-FFF2-40B4-BE49-F238E27FC236}">
                  <a16:creationId xmlns:a16="http://schemas.microsoft.com/office/drawing/2014/main" id="{2F44784A-6019-7816-4813-AA7E2B922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0" name="Freeform 89">
              <a:extLst>
                <a:ext uri="{FF2B5EF4-FFF2-40B4-BE49-F238E27FC236}">
                  <a16:creationId xmlns:a16="http://schemas.microsoft.com/office/drawing/2014/main" id="{B3FBA234-1972-F13A-1ED1-64BE57BF6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1" name="Freeform 90">
              <a:extLst>
                <a:ext uri="{FF2B5EF4-FFF2-40B4-BE49-F238E27FC236}">
                  <a16:creationId xmlns:a16="http://schemas.microsoft.com/office/drawing/2014/main" id="{A792CF86-553D-9C32-7FEF-26D57F0A4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2" name="Freeform 91">
              <a:extLst>
                <a:ext uri="{FF2B5EF4-FFF2-40B4-BE49-F238E27FC236}">
                  <a16:creationId xmlns:a16="http://schemas.microsoft.com/office/drawing/2014/main" id="{C2F961E2-7B86-1A9C-4D55-6FAEE2AEC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0DB61A4-7132-B61D-F036-04F646E4E1FD}"/>
              </a:ext>
            </a:extLst>
          </p:cNvPr>
          <p:cNvGrpSpPr/>
          <p:nvPr userDrawn="1"/>
        </p:nvGrpSpPr>
        <p:grpSpPr>
          <a:xfrm>
            <a:off x="-2267132" y="-2916741"/>
            <a:ext cx="6210663" cy="6849283"/>
            <a:chOff x="4843448" y="0"/>
            <a:chExt cx="6218568" cy="6858000"/>
          </a:xfrm>
        </p:grpSpPr>
        <p:sp>
          <p:nvSpPr>
            <p:cNvPr id="64" name="Freeform 27">
              <a:extLst>
                <a:ext uri="{FF2B5EF4-FFF2-40B4-BE49-F238E27FC236}">
                  <a16:creationId xmlns:a16="http://schemas.microsoft.com/office/drawing/2014/main" id="{642E8A29-02AC-C8C5-BC2F-F1CB66638E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5" name="Freeform 28">
              <a:extLst>
                <a:ext uri="{FF2B5EF4-FFF2-40B4-BE49-F238E27FC236}">
                  <a16:creationId xmlns:a16="http://schemas.microsoft.com/office/drawing/2014/main" id="{9E7BBCA7-75E4-48B8-8240-ECC98C87E3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6" name="Freeform 29">
              <a:extLst>
                <a:ext uri="{FF2B5EF4-FFF2-40B4-BE49-F238E27FC236}">
                  <a16:creationId xmlns:a16="http://schemas.microsoft.com/office/drawing/2014/main" id="{DA2B39BE-FCF9-A0A4-1A33-06D6908D8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7" name="Freeform 30">
              <a:extLst>
                <a:ext uri="{FF2B5EF4-FFF2-40B4-BE49-F238E27FC236}">
                  <a16:creationId xmlns:a16="http://schemas.microsoft.com/office/drawing/2014/main" id="{EB68413B-CA02-4EE1-9E19-8F8505F61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0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8" name="Freeform 31">
              <a:extLst>
                <a:ext uri="{FF2B5EF4-FFF2-40B4-BE49-F238E27FC236}">
                  <a16:creationId xmlns:a16="http://schemas.microsoft.com/office/drawing/2014/main" id="{0B92221C-F32E-C4C6-ADBD-DEE887757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0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69" name="Freeform 32">
              <a:extLst>
                <a:ext uri="{FF2B5EF4-FFF2-40B4-BE49-F238E27FC236}">
                  <a16:creationId xmlns:a16="http://schemas.microsoft.com/office/drawing/2014/main" id="{D5C37E1A-712E-5B24-0A0F-1A5E9747F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0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0" name="Freeform 33">
              <a:extLst>
                <a:ext uri="{FF2B5EF4-FFF2-40B4-BE49-F238E27FC236}">
                  <a16:creationId xmlns:a16="http://schemas.microsoft.com/office/drawing/2014/main" id="{02481869-3231-2C10-A9E0-C2621D601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837F9365-4AE6-A671-7A32-A486C07D83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FA544622-7081-C325-F912-CAA67807B7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98110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74DB7F39-8B27-237C-A9F9-72830AA14E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97866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4" name="Freeform 39">
              <a:extLst>
                <a:ext uri="{FF2B5EF4-FFF2-40B4-BE49-F238E27FC236}">
                  <a16:creationId xmlns:a16="http://schemas.microsoft.com/office/drawing/2014/main" id="{04E36B6B-C9B1-C85F-0B09-B74B24E6E02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981109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5" name="Freeform 40">
              <a:extLst>
                <a:ext uri="{FF2B5EF4-FFF2-40B4-BE49-F238E27FC236}">
                  <a16:creationId xmlns:a16="http://schemas.microsoft.com/office/drawing/2014/main" id="{C7E6B7B9-FE76-AB24-968B-625C9CCB4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6" name="Freeform 41">
              <a:extLst>
                <a:ext uri="{FF2B5EF4-FFF2-40B4-BE49-F238E27FC236}">
                  <a16:creationId xmlns:a16="http://schemas.microsoft.com/office/drawing/2014/main" id="{FF4B7A18-3214-BEFC-FDCC-B778FD152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7" name="Freeform 42">
              <a:extLst>
                <a:ext uri="{FF2B5EF4-FFF2-40B4-BE49-F238E27FC236}">
                  <a16:creationId xmlns:a16="http://schemas.microsoft.com/office/drawing/2014/main" id="{6F410995-0355-8A10-9764-63FA269E2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978669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8" name="Freeform 43">
              <a:extLst>
                <a:ext uri="{FF2B5EF4-FFF2-40B4-BE49-F238E27FC236}">
                  <a16:creationId xmlns:a16="http://schemas.microsoft.com/office/drawing/2014/main" id="{EAF7AC31-37A7-1DB4-CCCD-2DC843AAA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981109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79" name="Freeform 44">
              <a:extLst>
                <a:ext uri="{FF2B5EF4-FFF2-40B4-BE49-F238E27FC236}">
                  <a16:creationId xmlns:a16="http://schemas.microsoft.com/office/drawing/2014/main" id="{DBDA4D63-3397-48FB-5835-06D52B644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978669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0" name="Freeform 46">
              <a:extLst>
                <a:ext uri="{FF2B5EF4-FFF2-40B4-BE49-F238E27FC236}">
                  <a16:creationId xmlns:a16="http://schemas.microsoft.com/office/drawing/2014/main" id="{985BDB20-4813-9939-B6CD-66CB137883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1" name="Freeform 47">
              <a:extLst>
                <a:ext uri="{FF2B5EF4-FFF2-40B4-BE49-F238E27FC236}">
                  <a16:creationId xmlns:a16="http://schemas.microsoft.com/office/drawing/2014/main" id="{AC2C5CD6-05B8-A5D3-CD82-65E713D5E2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2" name="Freeform 48">
              <a:extLst>
                <a:ext uri="{FF2B5EF4-FFF2-40B4-BE49-F238E27FC236}">
                  <a16:creationId xmlns:a16="http://schemas.microsoft.com/office/drawing/2014/main" id="{3FEEF656-EC71-D270-2862-A8A190443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3" name="Freeform 49">
              <a:extLst>
                <a:ext uri="{FF2B5EF4-FFF2-40B4-BE49-F238E27FC236}">
                  <a16:creationId xmlns:a16="http://schemas.microsoft.com/office/drawing/2014/main" id="{F243176B-B62F-4029-442D-BCD9F2FAD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1957336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4" name="Freeform 50">
              <a:extLst>
                <a:ext uri="{FF2B5EF4-FFF2-40B4-BE49-F238E27FC236}">
                  <a16:creationId xmlns:a16="http://schemas.microsoft.com/office/drawing/2014/main" id="{26567AB2-1841-47C3-6F6A-71FBCAA09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5" name="Freeform 51">
              <a:extLst>
                <a:ext uri="{FF2B5EF4-FFF2-40B4-BE49-F238E27FC236}">
                  <a16:creationId xmlns:a16="http://schemas.microsoft.com/office/drawing/2014/main" id="{890FAF34-68B1-5459-4A42-0CE4A4863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6" name="Freeform 52">
              <a:extLst>
                <a:ext uri="{FF2B5EF4-FFF2-40B4-BE49-F238E27FC236}">
                  <a16:creationId xmlns:a16="http://schemas.microsoft.com/office/drawing/2014/main" id="{7132D14F-24C7-7B4B-018F-A7862535C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1957336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7" name="Freeform 53">
              <a:extLst>
                <a:ext uri="{FF2B5EF4-FFF2-40B4-BE49-F238E27FC236}">
                  <a16:creationId xmlns:a16="http://schemas.microsoft.com/office/drawing/2014/main" id="{09B8E36C-6153-95EC-C70F-667EFEAF7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1957336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8" name="Freeform 56">
              <a:extLst>
                <a:ext uri="{FF2B5EF4-FFF2-40B4-BE49-F238E27FC236}">
                  <a16:creationId xmlns:a16="http://schemas.microsoft.com/office/drawing/2014/main" id="{80C52D59-7F97-8E57-A292-14AA86DFC8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89" name="Freeform 57">
              <a:extLst>
                <a:ext uri="{FF2B5EF4-FFF2-40B4-BE49-F238E27FC236}">
                  <a16:creationId xmlns:a16="http://schemas.microsoft.com/office/drawing/2014/main" id="{EDBA0E9A-8D90-A507-DA37-0F2AE9C615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0" name="Freeform 58">
              <a:extLst>
                <a:ext uri="{FF2B5EF4-FFF2-40B4-BE49-F238E27FC236}">
                  <a16:creationId xmlns:a16="http://schemas.microsoft.com/office/drawing/2014/main" id="{6F27977B-5618-AA47-E465-4AE6DD0AB8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2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1" name="Freeform 59">
              <a:extLst>
                <a:ext uri="{FF2B5EF4-FFF2-40B4-BE49-F238E27FC236}">
                  <a16:creationId xmlns:a16="http://schemas.microsoft.com/office/drawing/2014/main" id="{6A1BB4B8-6D58-EAB0-68B3-F58EF5760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2" name="Freeform 60">
              <a:extLst>
                <a:ext uri="{FF2B5EF4-FFF2-40B4-BE49-F238E27FC236}">
                  <a16:creationId xmlns:a16="http://schemas.microsoft.com/office/drawing/2014/main" id="{A985ABFC-39CC-815A-6BF8-AC9EFA2C70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2936005"/>
              <a:ext cx="1132424" cy="981109"/>
            </a:xfrm>
            <a:custGeom>
              <a:avLst/>
              <a:gdLst>
                <a:gd name="T0" fmla="*/ 464 w 464"/>
                <a:gd name="T1" fmla="*/ 0 h 402"/>
                <a:gd name="T2" fmla="*/ 232 w 464"/>
                <a:gd name="T3" fmla="*/ 402 h 402"/>
                <a:gd name="T4" fmla="*/ 0 w 464"/>
                <a:gd name="T5" fmla="*/ 0 h 402"/>
                <a:gd name="T6" fmla="*/ 464 w 464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464" y="0"/>
                  </a:moveTo>
                  <a:lnTo>
                    <a:pt x="232" y="402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accent6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3" name="Freeform 61">
              <a:extLst>
                <a:ext uri="{FF2B5EF4-FFF2-40B4-BE49-F238E27FC236}">
                  <a16:creationId xmlns:a16="http://schemas.microsoft.com/office/drawing/2014/main" id="{E70C2BCD-BBAB-784D-EDA9-BF165D1A65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2936005"/>
              <a:ext cx="1129983" cy="981109"/>
            </a:xfrm>
            <a:custGeom>
              <a:avLst/>
              <a:gdLst>
                <a:gd name="T0" fmla="*/ 463 w 463"/>
                <a:gd name="T1" fmla="*/ 0 h 402"/>
                <a:gd name="T2" fmla="*/ 231 w 463"/>
                <a:gd name="T3" fmla="*/ 402 h 402"/>
                <a:gd name="T4" fmla="*/ 0 w 463"/>
                <a:gd name="T5" fmla="*/ 0 h 402"/>
                <a:gd name="T6" fmla="*/ 463 w 463"/>
                <a:gd name="T7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463" y="0"/>
                  </a:moveTo>
                  <a:lnTo>
                    <a:pt x="231" y="402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4" name="Freeform 62">
              <a:extLst>
                <a:ext uri="{FF2B5EF4-FFF2-40B4-BE49-F238E27FC236}">
                  <a16:creationId xmlns:a16="http://schemas.microsoft.com/office/drawing/2014/main" id="{F8654CCB-F288-0C35-C298-31BE2A470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2936005"/>
              <a:ext cx="1132424" cy="981109"/>
            </a:xfrm>
            <a:custGeom>
              <a:avLst/>
              <a:gdLst>
                <a:gd name="T0" fmla="*/ 0 w 464"/>
                <a:gd name="T1" fmla="*/ 402 h 402"/>
                <a:gd name="T2" fmla="*/ 232 w 464"/>
                <a:gd name="T3" fmla="*/ 0 h 402"/>
                <a:gd name="T4" fmla="*/ 464 w 464"/>
                <a:gd name="T5" fmla="*/ 402 h 402"/>
                <a:gd name="T6" fmla="*/ 0 w 464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2">
                  <a:moveTo>
                    <a:pt x="0" y="402"/>
                  </a:moveTo>
                  <a:lnTo>
                    <a:pt x="232" y="0"/>
                  </a:lnTo>
                  <a:lnTo>
                    <a:pt x="464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1">
                <a:lumMod val="7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5" name="Freeform 63">
              <a:extLst>
                <a:ext uri="{FF2B5EF4-FFF2-40B4-BE49-F238E27FC236}">
                  <a16:creationId xmlns:a16="http://schemas.microsoft.com/office/drawing/2014/main" id="{3EFB21D8-DECA-9B79-758E-43FAB87D3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2936005"/>
              <a:ext cx="1129983" cy="981109"/>
            </a:xfrm>
            <a:custGeom>
              <a:avLst/>
              <a:gdLst>
                <a:gd name="T0" fmla="*/ 0 w 463"/>
                <a:gd name="T1" fmla="*/ 402 h 402"/>
                <a:gd name="T2" fmla="*/ 231 w 463"/>
                <a:gd name="T3" fmla="*/ 0 h 402"/>
                <a:gd name="T4" fmla="*/ 463 w 463"/>
                <a:gd name="T5" fmla="*/ 402 h 402"/>
                <a:gd name="T6" fmla="*/ 0 w 463"/>
                <a:gd name="T7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2">
                  <a:moveTo>
                    <a:pt x="0" y="402"/>
                  </a:moveTo>
                  <a:lnTo>
                    <a:pt x="231" y="0"/>
                  </a:lnTo>
                  <a:lnTo>
                    <a:pt x="463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6" name="Freeform 65">
              <a:extLst>
                <a:ext uri="{FF2B5EF4-FFF2-40B4-BE49-F238E27FC236}">
                  <a16:creationId xmlns:a16="http://schemas.microsoft.com/office/drawing/2014/main" id="{0C051B77-F2E2-1BB5-592D-57F0182890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7" name="Freeform 66">
              <a:extLst>
                <a:ext uri="{FF2B5EF4-FFF2-40B4-BE49-F238E27FC236}">
                  <a16:creationId xmlns:a16="http://schemas.microsoft.com/office/drawing/2014/main" id="{1C8F510D-B99F-10CF-6FA5-8AACBF71F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2263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1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1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8" name="Freeform 67">
              <a:extLst>
                <a:ext uri="{FF2B5EF4-FFF2-40B4-BE49-F238E27FC236}">
                  <a16:creationId xmlns:a16="http://schemas.microsoft.com/office/drawing/2014/main" id="{8C676451-F5ED-4EB3-EDF6-BF0F69001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3917114"/>
              <a:ext cx="1132424" cy="983550"/>
            </a:xfrm>
            <a:custGeom>
              <a:avLst/>
              <a:gdLst>
                <a:gd name="T0" fmla="*/ 0 w 464"/>
                <a:gd name="T1" fmla="*/ 403 h 403"/>
                <a:gd name="T2" fmla="*/ 232 w 464"/>
                <a:gd name="T3" fmla="*/ 0 h 403"/>
                <a:gd name="T4" fmla="*/ 464 w 464"/>
                <a:gd name="T5" fmla="*/ 403 h 403"/>
                <a:gd name="T6" fmla="*/ 0 w 464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0" y="403"/>
                  </a:moveTo>
                  <a:lnTo>
                    <a:pt x="232" y="0"/>
                  </a:lnTo>
                  <a:lnTo>
                    <a:pt x="464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99" name="Freeform 68">
              <a:extLst>
                <a:ext uri="{FF2B5EF4-FFF2-40B4-BE49-F238E27FC236}">
                  <a16:creationId xmlns:a16="http://schemas.microsoft.com/office/drawing/2014/main" id="{DAD1C416-483E-0480-EAFD-9BD6950D0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3917114"/>
              <a:ext cx="1129983" cy="983550"/>
            </a:xfrm>
            <a:custGeom>
              <a:avLst/>
              <a:gdLst>
                <a:gd name="T0" fmla="*/ 463 w 463"/>
                <a:gd name="T1" fmla="*/ 0 h 403"/>
                <a:gd name="T2" fmla="*/ 232 w 463"/>
                <a:gd name="T3" fmla="*/ 403 h 403"/>
                <a:gd name="T4" fmla="*/ 0 w 463"/>
                <a:gd name="T5" fmla="*/ 0 h 403"/>
                <a:gd name="T6" fmla="*/ 463 w 463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463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0" name="Freeform 69">
              <a:extLst>
                <a:ext uri="{FF2B5EF4-FFF2-40B4-BE49-F238E27FC236}">
                  <a16:creationId xmlns:a16="http://schemas.microsoft.com/office/drawing/2014/main" id="{6DA74C63-A856-743B-97F5-01621165C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1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1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1" name="Freeform 70">
              <a:extLst>
                <a:ext uri="{FF2B5EF4-FFF2-40B4-BE49-F238E27FC236}">
                  <a16:creationId xmlns:a16="http://schemas.microsoft.com/office/drawing/2014/main" id="{3E25A1D9-0FC9-EEDE-D4C3-742AEA971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3917114"/>
              <a:ext cx="1132424" cy="983550"/>
            </a:xfrm>
            <a:custGeom>
              <a:avLst/>
              <a:gdLst>
                <a:gd name="T0" fmla="*/ 464 w 464"/>
                <a:gd name="T1" fmla="*/ 0 h 403"/>
                <a:gd name="T2" fmla="*/ 232 w 464"/>
                <a:gd name="T3" fmla="*/ 403 h 403"/>
                <a:gd name="T4" fmla="*/ 0 w 464"/>
                <a:gd name="T5" fmla="*/ 0 h 403"/>
                <a:gd name="T6" fmla="*/ 464 w 464"/>
                <a:gd name="T7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3">
                  <a:moveTo>
                    <a:pt x="464" y="0"/>
                  </a:moveTo>
                  <a:lnTo>
                    <a:pt x="232" y="403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2" name="Freeform 71">
              <a:extLst>
                <a:ext uri="{FF2B5EF4-FFF2-40B4-BE49-F238E27FC236}">
                  <a16:creationId xmlns:a16="http://schemas.microsoft.com/office/drawing/2014/main" id="{BE563F0D-6940-4256-1BA5-5FBE0FE61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3917114"/>
              <a:ext cx="1129983" cy="983550"/>
            </a:xfrm>
            <a:custGeom>
              <a:avLst/>
              <a:gdLst>
                <a:gd name="T0" fmla="*/ 0 w 463"/>
                <a:gd name="T1" fmla="*/ 403 h 403"/>
                <a:gd name="T2" fmla="*/ 232 w 463"/>
                <a:gd name="T3" fmla="*/ 0 h 403"/>
                <a:gd name="T4" fmla="*/ 463 w 463"/>
                <a:gd name="T5" fmla="*/ 403 h 403"/>
                <a:gd name="T6" fmla="*/ 0 w 463"/>
                <a:gd name="T7" fmla="*/ 40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3">
                  <a:moveTo>
                    <a:pt x="0" y="403"/>
                  </a:moveTo>
                  <a:lnTo>
                    <a:pt x="232" y="0"/>
                  </a:lnTo>
                  <a:lnTo>
                    <a:pt x="463" y="403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3" name="Freeform 74">
              <a:extLst>
                <a:ext uri="{FF2B5EF4-FFF2-40B4-BE49-F238E27FC236}">
                  <a16:creationId xmlns:a16="http://schemas.microsoft.com/office/drawing/2014/main" id="{4DCBA468-7657-1F1D-2E4C-2B91B38B5B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4" name="Freeform 75">
              <a:extLst>
                <a:ext uri="{FF2B5EF4-FFF2-40B4-BE49-F238E27FC236}">
                  <a16:creationId xmlns:a16="http://schemas.microsoft.com/office/drawing/2014/main" id="{E2EB167E-9357-F84F-3996-50680D509A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4900662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5" name="Freeform 76">
              <a:extLst>
                <a:ext uri="{FF2B5EF4-FFF2-40B4-BE49-F238E27FC236}">
                  <a16:creationId xmlns:a16="http://schemas.microsoft.com/office/drawing/2014/main" id="{BA94A90F-8555-3ACC-CAEF-C682C13B17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343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6" name="Freeform 77">
              <a:extLst>
                <a:ext uri="{FF2B5EF4-FFF2-40B4-BE49-F238E27FC236}">
                  <a16:creationId xmlns:a16="http://schemas.microsoft.com/office/drawing/2014/main" id="{A3DA37A5-99BB-EB84-BCC5-350587EA2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7" name="Freeform 78">
              <a:extLst>
                <a:ext uri="{FF2B5EF4-FFF2-40B4-BE49-F238E27FC236}">
                  <a16:creationId xmlns:a16="http://schemas.microsoft.com/office/drawing/2014/main" id="{528887B8-6FA9-CED0-8D96-9EE2CDAC7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3466" y="3906070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8" name="Freeform 79">
              <a:extLst>
                <a:ext uri="{FF2B5EF4-FFF2-40B4-BE49-F238E27FC236}">
                  <a16:creationId xmlns:a16="http://schemas.microsoft.com/office/drawing/2014/main" id="{948352E8-C828-EA86-3185-E611034CD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09" name="Freeform 80">
              <a:extLst>
                <a:ext uri="{FF2B5EF4-FFF2-40B4-BE49-F238E27FC236}">
                  <a16:creationId xmlns:a16="http://schemas.microsoft.com/office/drawing/2014/main" id="{516FF57A-CC7C-039B-2E60-9D8117E85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4900662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0" name="Freeform 81">
              <a:extLst>
                <a:ext uri="{FF2B5EF4-FFF2-40B4-BE49-F238E27FC236}">
                  <a16:creationId xmlns:a16="http://schemas.microsoft.com/office/drawing/2014/main" id="{6A0DB8D1-AA38-824B-A77A-E39B608CA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033" y="4900662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1" name="Freeform 84">
              <a:extLst>
                <a:ext uri="{FF2B5EF4-FFF2-40B4-BE49-F238E27FC236}">
                  <a16:creationId xmlns:a16="http://schemas.microsoft.com/office/drawing/2014/main" id="{60F8BBD9-AA31-F433-3C27-A7D384DE1F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43448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2" name="Freeform 85">
              <a:extLst>
                <a:ext uri="{FF2B5EF4-FFF2-40B4-BE49-F238E27FC236}">
                  <a16:creationId xmlns:a16="http://schemas.microsoft.com/office/drawing/2014/main" id="{EEEF526E-334A-5EA3-A467-10E01F1B53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0721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3" name="Freeform 86">
              <a:extLst>
                <a:ext uri="{FF2B5EF4-FFF2-40B4-BE49-F238E27FC236}">
                  <a16:creationId xmlns:a16="http://schemas.microsoft.com/office/drawing/2014/main" id="{3CA3D6B1-BE90-38D1-C0B3-2CC18516D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643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1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1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4" name="Freeform 87">
              <a:extLst>
                <a:ext uri="{FF2B5EF4-FFF2-40B4-BE49-F238E27FC236}">
                  <a16:creationId xmlns:a16="http://schemas.microsoft.com/office/drawing/2014/main" id="{E54D29ED-B1A2-12D9-F7AE-E875C02E7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415" y="5879331"/>
              <a:ext cx="1132424" cy="978669"/>
            </a:xfrm>
            <a:custGeom>
              <a:avLst/>
              <a:gdLst>
                <a:gd name="T0" fmla="*/ 0 w 464"/>
                <a:gd name="T1" fmla="*/ 401 h 401"/>
                <a:gd name="T2" fmla="*/ 232 w 464"/>
                <a:gd name="T3" fmla="*/ 0 h 401"/>
                <a:gd name="T4" fmla="*/ 464 w 464"/>
                <a:gd name="T5" fmla="*/ 401 h 401"/>
                <a:gd name="T6" fmla="*/ 0 w 464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0" y="401"/>
                  </a:moveTo>
                  <a:lnTo>
                    <a:pt x="232" y="0"/>
                  </a:lnTo>
                  <a:lnTo>
                    <a:pt x="464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5" name="Freeform 88">
              <a:extLst>
                <a:ext uri="{FF2B5EF4-FFF2-40B4-BE49-F238E27FC236}">
                  <a16:creationId xmlns:a16="http://schemas.microsoft.com/office/drawing/2014/main" id="{19993AF6-032F-1378-1023-CCB65A5DA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627" y="5879331"/>
              <a:ext cx="1129983" cy="978669"/>
            </a:xfrm>
            <a:custGeom>
              <a:avLst/>
              <a:gdLst>
                <a:gd name="T0" fmla="*/ 463 w 463"/>
                <a:gd name="T1" fmla="*/ 0 h 401"/>
                <a:gd name="T2" fmla="*/ 232 w 463"/>
                <a:gd name="T3" fmla="*/ 401 h 401"/>
                <a:gd name="T4" fmla="*/ 0 w 463"/>
                <a:gd name="T5" fmla="*/ 0 h 401"/>
                <a:gd name="T6" fmla="*/ 463 w 463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463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6" name="Freeform 89">
              <a:extLst>
                <a:ext uri="{FF2B5EF4-FFF2-40B4-BE49-F238E27FC236}">
                  <a16:creationId xmlns:a16="http://schemas.microsoft.com/office/drawing/2014/main" id="{9B41D051-391C-A18D-683C-D2E7FDDF8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5839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1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1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7" name="Freeform 90">
              <a:extLst>
                <a:ext uri="{FF2B5EF4-FFF2-40B4-BE49-F238E27FC236}">
                  <a16:creationId xmlns:a16="http://schemas.microsoft.com/office/drawing/2014/main" id="{33AAA803-DA54-AE04-5836-105B2D1A6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9609" y="5879331"/>
              <a:ext cx="1132424" cy="978669"/>
            </a:xfrm>
            <a:custGeom>
              <a:avLst/>
              <a:gdLst>
                <a:gd name="T0" fmla="*/ 464 w 464"/>
                <a:gd name="T1" fmla="*/ 0 h 401"/>
                <a:gd name="T2" fmla="*/ 232 w 464"/>
                <a:gd name="T3" fmla="*/ 401 h 401"/>
                <a:gd name="T4" fmla="*/ 0 w 464"/>
                <a:gd name="T5" fmla="*/ 0 h 401"/>
                <a:gd name="T6" fmla="*/ 464 w 464"/>
                <a:gd name="T7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4" h="401">
                  <a:moveTo>
                    <a:pt x="464" y="0"/>
                  </a:moveTo>
                  <a:lnTo>
                    <a:pt x="232" y="401"/>
                  </a:lnTo>
                  <a:lnTo>
                    <a:pt x="0" y="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  <p:sp>
          <p:nvSpPr>
            <p:cNvPr id="118" name="Freeform 91">
              <a:extLst>
                <a:ext uri="{FF2B5EF4-FFF2-40B4-BE49-F238E27FC236}">
                  <a16:creationId xmlns:a16="http://schemas.microsoft.com/office/drawing/2014/main" id="{C29E1513-3C9E-E1A4-4B4C-73A20E1C7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5821" y="5879331"/>
              <a:ext cx="1129983" cy="978669"/>
            </a:xfrm>
            <a:custGeom>
              <a:avLst/>
              <a:gdLst>
                <a:gd name="T0" fmla="*/ 0 w 463"/>
                <a:gd name="T1" fmla="*/ 401 h 401"/>
                <a:gd name="T2" fmla="*/ 232 w 463"/>
                <a:gd name="T3" fmla="*/ 0 h 401"/>
                <a:gd name="T4" fmla="*/ 463 w 463"/>
                <a:gd name="T5" fmla="*/ 401 h 401"/>
                <a:gd name="T6" fmla="*/ 0 w 463"/>
                <a:gd name="T7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3" h="401">
                  <a:moveTo>
                    <a:pt x="0" y="401"/>
                  </a:moveTo>
                  <a:lnTo>
                    <a:pt x="232" y="0"/>
                  </a:lnTo>
                  <a:lnTo>
                    <a:pt x="463" y="401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2700"/>
            </a:p>
          </p:txBody>
        </p:sp>
      </p:grpSp>
    </p:spTree>
    <p:extLst>
      <p:ext uri="{BB962C8B-B14F-4D97-AF65-F5344CB8AC3E}">
        <p14:creationId xmlns:p14="http://schemas.microsoft.com/office/powerpoint/2010/main" val="2687350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A9184D-BDE3-D2C5-C5CD-08B8469BE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D665A-2FF2-7D76-D35E-55EBA9D4F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778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2592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3F6AC-534D-1B33-9A45-AF38DA78FB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and Path Forward with ILSBE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A71445-4D10-FD26-1EFE-E6D4663AA3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May 13, 2026</a:t>
            </a:r>
          </a:p>
        </p:txBody>
      </p:sp>
    </p:spTree>
    <p:extLst>
      <p:ext uri="{BB962C8B-B14F-4D97-AF65-F5344CB8AC3E}">
        <p14:creationId xmlns:p14="http://schemas.microsoft.com/office/powerpoint/2010/main" val="2732846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12551-8E25-174D-CEBB-294093246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171A8-E6BE-709E-D506-D570434CB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kern="100" dirty="0">
                <a:solidFill>
                  <a:srgbClr val="0F4761"/>
                </a:solidFill>
                <a:ea typeface="Roboto"/>
                <a:cs typeface="Roboto"/>
              </a:rPr>
              <a:t>Agenda</a:t>
            </a:r>
            <a:endParaRPr lang="en-US" i="0" u="none" strike="noStrike" kern="100" baseline="0" dirty="0">
              <a:solidFill>
                <a:srgbClr val="0F4761"/>
              </a:solidFill>
              <a:ea typeface="Roboto"/>
              <a:cs typeface="Roboto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3F92653-8BF9-4EF9-6E6D-D96315F85EE5}"/>
              </a:ext>
            </a:extLst>
          </p:cNvPr>
          <p:cNvSpPr>
            <a:spLocks noGrp="1"/>
          </p:cNvSpPr>
          <p:nvPr/>
        </p:nvSpPr>
        <p:spPr>
          <a:xfrm>
            <a:off x="542926" y="1909526"/>
            <a:ext cx="11287124" cy="41017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2400"/>
              </a:spcBef>
              <a:buFont typeface="Wingdings" panose="020B0604020202020204" pitchFamily="34" charset="0"/>
              <a:buChar char="Ø"/>
            </a:pPr>
            <a:r>
              <a:rPr lang="en-US" dirty="0"/>
              <a:t>SBE use case leading to AI tool inquiries</a:t>
            </a:r>
          </a:p>
          <a:p>
            <a:pPr marL="342900" indent="-342900">
              <a:spcBef>
                <a:spcPts val="2400"/>
              </a:spcBef>
              <a:buFont typeface="Wingdings" panose="020B0604020202020204" pitchFamily="34" charset="0"/>
              <a:buChar char="Ø"/>
            </a:pPr>
            <a:r>
              <a:rPr lang="en-US" dirty="0">
                <a:ea typeface="Open Sans"/>
                <a:cs typeface="Open Sans"/>
              </a:rPr>
              <a:t>Sample approach for general path forward for Krasan and future clients</a:t>
            </a:r>
          </a:p>
          <a:p>
            <a:pPr marL="342900" indent="-342900">
              <a:spcBef>
                <a:spcPts val="2400"/>
              </a:spcBef>
              <a:buFont typeface="Wingdings" panose="020B0604020202020204" pitchFamily="34" charset="0"/>
              <a:buChar char="Ø"/>
            </a:pPr>
            <a:r>
              <a:rPr lang="en-US" dirty="0">
                <a:ea typeface="Open Sans"/>
                <a:cs typeface="Open Sans"/>
              </a:rPr>
              <a:t>Open Discussion</a:t>
            </a:r>
          </a:p>
        </p:txBody>
      </p:sp>
    </p:spTree>
    <p:extLst>
      <p:ext uri="{BB962C8B-B14F-4D97-AF65-F5344CB8AC3E}">
        <p14:creationId xmlns:p14="http://schemas.microsoft.com/office/powerpoint/2010/main" val="1678900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D47AE-5476-7F9A-5669-EB1785626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8D94D-D84B-0022-644F-40E03B9DB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3" y="222251"/>
            <a:ext cx="11687177" cy="749300"/>
          </a:xfrm>
        </p:spPr>
        <p:txBody>
          <a:bodyPr>
            <a:noAutofit/>
          </a:bodyPr>
          <a:lstStyle/>
          <a:p>
            <a:pPr marR="0" rtl="0"/>
            <a:r>
              <a:rPr lang="en-US" sz="2800" i="0" u="none" strike="noStrike" kern="100" baseline="0" dirty="0">
                <a:solidFill>
                  <a:srgbClr val="0F4761"/>
                </a:solidFill>
              </a:rPr>
              <a:t>AI &amp; Path Forward with BOE Website Modernization – identified use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E392D-803C-3C84-4CE4-1E6FEAE63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3374" y="1120290"/>
            <a:ext cx="11382375" cy="505191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400" b="1" dirty="0"/>
              <a:t>Status of SBE Web Modernization:</a:t>
            </a:r>
          </a:p>
          <a:p>
            <a:pPr marL="285750" indent="-171450">
              <a:spcBef>
                <a:spcPts val="600"/>
              </a:spcBef>
            </a:pPr>
            <a:r>
              <a:rPr lang="en-US" sz="1400" dirty="0"/>
              <a:t>The Board of Elections expressed a growing need to help prepare for how AI is used across the new SBE Website format and public sector operations.</a:t>
            </a:r>
          </a:p>
          <a:p>
            <a:pPr marL="285750" indent="-171450">
              <a:lnSpc>
                <a:spcPct val="120000"/>
              </a:lnSpc>
              <a:spcBef>
                <a:spcPts val="1200"/>
              </a:spcBef>
            </a:pPr>
            <a:r>
              <a:rPr lang="en-US" sz="1400" dirty="0"/>
              <a:t>Internal to Krasan, resources were identified to help begin addressing growing inquiries and open questions from the State.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endParaRPr lang="en-US" sz="700" b="1" dirty="0">
              <a:ea typeface="Open Sans"/>
              <a:cs typeface="Open Sans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400" b="1" dirty="0">
                <a:ea typeface="Open Sans"/>
                <a:cs typeface="Open Sans"/>
              </a:rPr>
              <a:t>Open questions identified in SBE UI/UX requirement sessions (not specifically targeted for AI technology):</a:t>
            </a:r>
          </a:p>
          <a:p>
            <a:pPr marL="285750" indent="-171450">
              <a:spcBef>
                <a:spcPts val="600"/>
              </a:spcBef>
            </a:pPr>
            <a:r>
              <a:rPr lang="en-US" sz="1400" dirty="0">
                <a:ea typeface="Open Sans"/>
                <a:cs typeface="Open Sans"/>
              </a:rPr>
              <a:t>What options for Simple search (search button) technology are available across website?</a:t>
            </a:r>
          </a:p>
          <a:p>
            <a:pPr marL="285750" indent="-171450">
              <a:lnSpc>
                <a:spcPct val="120000"/>
              </a:lnSpc>
              <a:spcBef>
                <a:spcPts val="1200"/>
              </a:spcBef>
            </a:pPr>
            <a:r>
              <a:rPr lang="en-US" sz="1400" dirty="0">
                <a:ea typeface="Open Sans"/>
                <a:cs typeface="Open Sans"/>
              </a:rPr>
              <a:t>What options are available for Pluggable AI architecture – Chatbot and or AI popup (Chat GPT, Gemini, Copilot, etc.) to assist with navigation?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endParaRPr lang="en-US" sz="700" b="1" dirty="0"/>
          </a:p>
          <a:p>
            <a:pPr marL="0" indent="0">
              <a:spcBef>
                <a:spcPts val="1200"/>
              </a:spcBef>
              <a:buNone/>
            </a:pPr>
            <a:r>
              <a:rPr lang="en-US" sz="1400" b="1" dirty="0"/>
              <a:t>We need help to support Key Questions and identify a path forward - Assistance to help identify/implement RAG (Retrieval-Augmented Generation) architecture:</a:t>
            </a:r>
            <a:endParaRPr lang="en-US" sz="1400" b="1" dirty="0">
              <a:ea typeface="Open Sans"/>
              <a:cs typeface="Open Sans"/>
            </a:endParaRPr>
          </a:p>
          <a:p>
            <a:pPr marL="285750" indent="-171450">
              <a:spcBef>
                <a:spcPts val="1200"/>
              </a:spcBef>
            </a:pPr>
            <a:r>
              <a:rPr lang="en-US" sz="1400" b="1" dirty="0"/>
              <a:t>The Fence </a:t>
            </a:r>
            <a:r>
              <a:rPr lang="en-US" sz="1400" dirty="0"/>
              <a:t>– A “Vector Database” environment containing only approved (IBOE ex.) content is created</a:t>
            </a:r>
          </a:p>
          <a:p>
            <a:pPr marL="285750" indent="-171450">
              <a:spcBef>
                <a:spcPts val="1200"/>
              </a:spcBef>
            </a:pPr>
            <a:r>
              <a:rPr lang="en-US" sz="1400" b="1" dirty="0"/>
              <a:t>The Logic </a:t>
            </a:r>
            <a:r>
              <a:rPr lang="en-US" sz="1400" dirty="0"/>
              <a:t>– When a voter asks a question, the AI searches only the ‘Fence’ environment database.</a:t>
            </a:r>
          </a:p>
          <a:p>
            <a:pPr marL="285750" indent="-171450">
              <a:lnSpc>
                <a:spcPct val="120000"/>
              </a:lnSpc>
              <a:spcBef>
                <a:spcPts val="1200"/>
              </a:spcBef>
            </a:pPr>
            <a:r>
              <a:rPr lang="en-US" sz="1400" b="1" dirty="0"/>
              <a:t>The Output </a:t>
            </a:r>
            <a:r>
              <a:rPr lang="en-US" sz="1400" dirty="0"/>
              <a:t>– Summary provided but assistance can be provided if information cannot be identified.</a:t>
            </a:r>
            <a:endParaRPr lang="en-US" sz="1400" dirty="0"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2171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41115-6BB3-47AB-BA64-23DDD8DED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7F135-F04F-D1D6-EAD8-B70D86320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3" y="146051"/>
            <a:ext cx="11687177" cy="749300"/>
          </a:xfrm>
        </p:spPr>
        <p:txBody>
          <a:bodyPr>
            <a:noAutofit/>
          </a:bodyPr>
          <a:lstStyle/>
          <a:p>
            <a:pPr marR="0" rtl="0"/>
            <a:r>
              <a:rPr lang="en-US" sz="2800" i="0" u="none" strike="noStrike" kern="100" baseline="0" dirty="0">
                <a:solidFill>
                  <a:srgbClr val="0F4761"/>
                </a:solidFill>
              </a:rPr>
              <a:t>Sample Approach for AI Path Forward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98E92-54E1-C271-FBFE-FADC2147C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3374" y="967889"/>
            <a:ext cx="11610976" cy="5537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400" b="1" dirty="0"/>
              <a:t>Next Steps - Strategy Definition:</a:t>
            </a:r>
          </a:p>
          <a:p>
            <a:pPr marL="285750" indent="-171450">
              <a:spcBef>
                <a:spcPts val="600"/>
              </a:spcBef>
            </a:pPr>
            <a:r>
              <a:rPr lang="en-US" sz="1400" dirty="0"/>
              <a:t>Internal to Krasan?</a:t>
            </a:r>
          </a:p>
          <a:p>
            <a:pPr marL="285750" indent="-171450">
              <a:spcBef>
                <a:spcPts val="600"/>
              </a:spcBef>
            </a:pPr>
            <a:r>
              <a:rPr lang="en-US" sz="1400" dirty="0"/>
              <a:t>External to Client?</a:t>
            </a:r>
          </a:p>
          <a:p>
            <a:pPr marL="114300" indent="0">
              <a:buNone/>
            </a:pPr>
            <a:endParaRPr lang="en-US" sz="7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400" b="1" dirty="0"/>
              <a:t>Key Questions: Solving the "Trust vs. Tech" Equation:</a:t>
            </a:r>
          </a:p>
          <a:p>
            <a:pPr marL="285750" indent="-171450">
              <a:spcBef>
                <a:spcPts val="600"/>
              </a:spcBef>
            </a:pPr>
            <a:r>
              <a:rPr lang="en-US" sz="1400" b="1" dirty="0"/>
              <a:t>Security</a:t>
            </a:r>
            <a:r>
              <a:rPr lang="en-US" sz="1400" dirty="0"/>
              <a:t>: How do we prevent "Hallucinations" (the AI making up fake polling dates or laws) that could lead to voter disenfranchisement?</a:t>
            </a:r>
          </a:p>
          <a:p>
            <a:pPr marL="285750" indent="-171450">
              <a:spcBef>
                <a:spcPts val="600"/>
              </a:spcBef>
            </a:pPr>
            <a:r>
              <a:rPr lang="en-US" sz="1400" b="1" dirty="0"/>
              <a:t>Accessibility: </a:t>
            </a:r>
            <a:r>
              <a:rPr lang="en-US" sz="1400" dirty="0"/>
              <a:t>Can the AI interface fully support voters using screen readers or those with limited English proficiency under IITAA (Illinois Information Technology Accessibility Act)?</a:t>
            </a:r>
          </a:p>
          <a:p>
            <a:pPr marL="285750" indent="-171450">
              <a:spcBef>
                <a:spcPts val="600"/>
              </a:spcBef>
            </a:pPr>
            <a:r>
              <a:rPr lang="en-US" sz="1400" b="1" dirty="0"/>
              <a:t>Governance: </a:t>
            </a:r>
            <a:r>
              <a:rPr lang="en-US" sz="1400" dirty="0"/>
              <a:t>How do we ensure that voter data remains "Sovereign" (staying within the state's secure fence) and is not used to train public models like ChatGPT?</a:t>
            </a:r>
          </a:p>
          <a:p>
            <a:pPr marL="285750" indent="-171450">
              <a:spcBef>
                <a:spcPts val="600"/>
              </a:spcBef>
            </a:pPr>
            <a:r>
              <a:rPr lang="en-US" sz="1400" b="1" dirty="0"/>
              <a:t>Strategy: </a:t>
            </a:r>
            <a:r>
              <a:rPr lang="en-US" sz="1400" dirty="0"/>
              <a:t>The "Safe-Launch" Attack Plan</a:t>
            </a:r>
          </a:p>
          <a:p>
            <a:pPr marL="114300" indent="0">
              <a:buNone/>
            </a:pPr>
            <a:endParaRPr lang="en-US" sz="7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400" b="1" dirty="0"/>
              <a:t>Strategic option is to provide a "Pluggable" architecture: </a:t>
            </a:r>
          </a:p>
          <a:p>
            <a:pPr marL="285750" indent="-171450">
              <a:spcBef>
                <a:spcPts val="600"/>
              </a:spcBef>
            </a:pPr>
            <a:r>
              <a:rPr lang="en-US" sz="1400" dirty="0"/>
              <a:t>Not building a new brain from scratch; we are "plugging in" a pre-built, world-class AI into a federally secured, private container (Fenced in Environment). </a:t>
            </a:r>
          </a:p>
          <a:p>
            <a:pPr marL="285750" indent="-171450">
              <a:spcBef>
                <a:spcPts val="600"/>
              </a:spcBef>
            </a:pPr>
            <a:r>
              <a:rPr lang="en-US" sz="1400" dirty="0"/>
              <a:t>"Attack Plan" involves:</a:t>
            </a:r>
          </a:p>
          <a:p>
            <a:pPr marL="628650" indent="-1714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400" b="1" dirty="0"/>
              <a:t>The RAG Fence: </a:t>
            </a:r>
            <a:r>
              <a:rPr lang="en-US" sz="1400" dirty="0"/>
              <a:t>Using Retrieval-Augmented Generation (RAG) to force the AI to only use official PDFs as its source of truth.</a:t>
            </a:r>
          </a:p>
          <a:p>
            <a:pPr marL="628650" indent="-171450">
              <a:buFont typeface="Courier New" panose="02070309020205020404" pitchFamily="49" charset="0"/>
              <a:buChar char="o"/>
            </a:pPr>
            <a:r>
              <a:rPr lang="en-US" sz="1400" b="1" dirty="0"/>
              <a:t>The Neutrality Filter: </a:t>
            </a:r>
            <a:r>
              <a:rPr lang="en-US" sz="1400" dirty="0"/>
              <a:t>Hard-coding "guardrails" that prevent the AI from discussing candidates or political parties.</a:t>
            </a:r>
          </a:p>
          <a:p>
            <a:pPr marL="628650" indent="-171450">
              <a:buFont typeface="Courier New" panose="02070309020205020404" pitchFamily="49" charset="0"/>
              <a:buChar char="o"/>
            </a:pPr>
            <a:r>
              <a:rPr lang="en-US" sz="1400" b="1" dirty="0"/>
              <a:t>Phased Deployment:</a:t>
            </a:r>
            <a:r>
              <a:rPr lang="en-US" sz="1400" dirty="0"/>
              <a:t> Launching an internal-only pilot for client staff before any public-facing voter tools go live.</a:t>
            </a:r>
          </a:p>
        </p:txBody>
      </p:sp>
    </p:spTree>
    <p:extLst>
      <p:ext uri="{BB962C8B-B14F-4D97-AF65-F5344CB8AC3E}">
        <p14:creationId xmlns:p14="http://schemas.microsoft.com/office/powerpoint/2010/main" val="2124148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ellow and blue symbols">
            <a:extLst>
              <a:ext uri="{FF2B5EF4-FFF2-40B4-BE49-F238E27FC236}">
                <a16:creationId xmlns:a16="http://schemas.microsoft.com/office/drawing/2014/main" id="{B19B5307-E82F-3832-8930-B3739C244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295" y="1635392"/>
            <a:ext cx="4687410" cy="358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224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rasan Theme">
      <a:dk1>
        <a:srgbClr val="5C5C5C"/>
      </a:dk1>
      <a:lt1>
        <a:sysClr val="window" lastClr="FFFFFF"/>
      </a:lt1>
      <a:dk2>
        <a:srgbClr val="00597C"/>
      </a:dk2>
      <a:lt2>
        <a:srgbClr val="EEECE1"/>
      </a:lt2>
      <a:accent1>
        <a:srgbClr val="00597C"/>
      </a:accent1>
      <a:accent2>
        <a:srgbClr val="7FACBD"/>
      </a:accent2>
      <a:accent3>
        <a:srgbClr val="59074E"/>
      </a:accent3>
      <a:accent4>
        <a:srgbClr val="AB8AA7"/>
      </a:accent4>
      <a:accent5>
        <a:srgbClr val="FF6A12"/>
      </a:accent5>
      <a:accent6>
        <a:srgbClr val="F79E6E"/>
      </a:accent6>
      <a:hlink>
        <a:srgbClr val="FF6A12"/>
      </a:hlink>
      <a:folHlink>
        <a:srgbClr val="F79E6E"/>
      </a:folHlink>
    </a:clrScheme>
    <a:fontScheme name="Krasan Fonts">
      <a:majorFont>
        <a:latin typeface="Roboto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5523BB1C04A04C9ABEEB9D43EEEE8E" ma:contentTypeVersion="11" ma:contentTypeDescription="Create a new document." ma:contentTypeScope="" ma:versionID="e6aebb93fc1f7443c6bdafa4d197c0a3">
  <xsd:schema xmlns:xsd="http://www.w3.org/2001/XMLSchema" xmlns:xs="http://www.w3.org/2001/XMLSchema" xmlns:p="http://schemas.microsoft.com/office/2006/metadata/properties" xmlns:ns2="5e178900-7b6f-41c5-9542-5834d162371e" xmlns:ns3="94603835-9536-47cb-93cd-a911a5dd5791" targetNamespace="http://schemas.microsoft.com/office/2006/metadata/properties" ma:root="true" ma:fieldsID="c7d15e9a734818968c5408b188ab3a15" ns2:_="" ns3:_="">
    <xsd:import namespace="5e178900-7b6f-41c5-9542-5834d162371e"/>
    <xsd:import namespace="94603835-9536-47cb-93cd-a911a5dd5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78900-7b6f-41c5-9542-5834d16237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3132c7c5-62cd-47b2-98d6-a5291cf2c3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603835-9536-47cb-93cd-a911a5dd579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79ec2e1c-24aa-44d8-87d8-ec88abd024b5}" ma:internalName="TaxCatchAll" ma:showField="CatchAllData" ma:web="94603835-9536-47cb-93cd-a911a5dd57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178900-7b6f-41c5-9542-5834d162371e">
      <Terms xmlns="http://schemas.microsoft.com/office/infopath/2007/PartnerControls"/>
    </lcf76f155ced4ddcb4097134ff3c332f>
    <TaxCatchAll xmlns="94603835-9536-47cb-93cd-a911a5dd5791" xsi:nil="true"/>
  </documentManagement>
</p:properties>
</file>

<file path=customXml/itemProps1.xml><?xml version="1.0" encoding="utf-8"?>
<ds:datastoreItem xmlns:ds="http://schemas.openxmlformats.org/officeDocument/2006/customXml" ds:itemID="{48CDC3F0-183A-42F2-BC6F-A96567E12E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178900-7b6f-41c5-9542-5834d162371e"/>
    <ds:schemaRef ds:uri="94603835-9536-47cb-93cd-a911a5dd5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56F9570-998D-4FC0-B44F-819BB0BB43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372B0D-8C8E-4762-9A52-9FF87B0F56A1}">
  <ds:schemaRefs>
    <ds:schemaRef ds:uri="http://schemas.microsoft.com/office/2006/metadata/properties"/>
    <ds:schemaRef ds:uri="5e178900-7b6f-41c5-9542-5834d162371e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dcmitype/"/>
    <ds:schemaRef ds:uri="http://schemas.openxmlformats.org/package/2006/metadata/core-properties"/>
    <ds:schemaRef ds:uri="94603835-9536-47cb-93cd-a911a5dd5791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11102</TotalTime>
  <Words>659</Words>
  <Application>Microsoft Office PowerPoint</Application>
  <PresentationFormat>Widescreen</PresentationFormat>
  <Paragraphs>61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Arial</vt:lpstr>
      <vt:lpstr>Calibri</vt:lpstr>
      <vt:lpstr>Courier New</vt:lpstr>
      <vt:lpstr>Open Sans</vt:lpstr>
      <vt:lpstr>Roboto</vt:lpstr>
      <vt:lpstr>Wingdings</vt:lpstr>
      <vt:lpstr>Office Theme</vt:lpstr>
      <vt:lpstr>AI and Path Forward with ILSBE</vt:lpstr>
      <vt:lpstr>Agenda</vt:lpstr>
      <vt:lpstr>AI &amp; Path Forward with BOE Website Modernization – identified use case</vt:lpstr>
      <vt:lpstr>Sample Approach for AI Path Forward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Ross Plank</dc:creator>
  <cp:lastModifiedBy>Jay Wingender</cp:lastModifiedBy>
  <cp:revision>17</cp:revision>
  <dcterms:created xsi:type="dcterms:W3CDTF">2025-08-12T01:28:22Z</dcterms:created>
  <dcterms:modified xsi:type="dcterms:W3CDTF">2026-05-14T00:31:23Z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0x010100935523BB1C04A04C9ABEEB9D43EEEE8E</vt:lpwstr>
  </property>
</Properties>
</file>